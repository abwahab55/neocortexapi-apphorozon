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Default Extension="wdp" ContentType="image/vnd.ms-photo"/>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72" r:id="rId4"/>
  </p:sldMasterIdLst>
  <p:notesMasterIdLst>
    <p:notesMasterId r:id="rId22"/>
  </p:notesMasterIdLst>
  <p:handoutMasterIdLst>
    <p:handoutMasterId r:id="rId23"/>
  </p:handoutMasterIdLst>
  <p:sldIdLst>
    <p:sldId id="256" r:id="rId5"/>
    <p:sldId id="262" r:id="rId6"/>
    <p:sldId id="277" r:id="rId7"/>
    <p:sldId id="264" r:id="rId8"/>
    <p:sldId id="278" r:id="rId9"/>
    <p:sldId id="265" r:id="rId10"/>
    <p:sldId id="266" r:id="rId11"/>
    <p:sldId id="267" r:id="rId12"/>
    <p:sldId id="268" r:id="rId13"/>
    <p:sldId id="270" r:id="rId14"/>
    <p:sldId id="272" r:id="rId15"/>
    <p:sldId id="279" r:id="rId16"/>
    <p:sldId id="273" r:id="rId17"/>
    <p:sldId id="276" r:id="rId18"/>
    <p:sldId id="274" r:id="rId19"/>
    <p:sldId id="275" r:id="rId20"/>
    <p:sldId id="260" r:id="rId21"/>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15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786" autoAdjust="0"/>
    <p:restoredTop sz="94648" autoAdjust="0"/>
  </p:normalViewPr>
  <p:slideViewPr>
    <p:cSldViewPr snapToGrid="0">
      <p:cViewPr>
        <p:scale>
          <a:sx n="66" d="100"/>
          <a:sy n="66" d="100"/>
        </p:scale>
        <p:origin x="676" y="32"/>
      </p:cViewPr>
      <p:guideLst/>
    </p:cSldViewPr>
  </p:slideViewPr>
  <p:notesTextViewPr>
    <p:cViewPr>
      <p:scale>
        <a:sx n="1" d="1"/>
        <a:sy n="1" d="1"/>
      </p:scale>
      <p:origin x="0" y="0"/>
    </p:cViewPr>
  </p:notesTextViewPr>
  <p:sorterViewPr>
    <p:cViewPr>
      <p:scale>
        <a:sx n="100" d="100"/>
        <a:sy n="100" d="100"/>
      </p:scale>
      <p:origin x="0" y="0"/>
    </p:cViewPr>
  </p:sorterViewPr>
  <p:notesViewPr>
    <p:cSldViewPr snapToGrid="0">
      <p:cViewPr varScale="1">
        <p:scale>
          <a:sx n="68" d="100"/>
          <a:sy n="68" d="100"/>
        </p:scale>
        <p:origin x="3288" y="84"/>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theme" Target="theme/theme1.xml"/><Relationship Id="rId3" Type="http://schemas.openxmlformats.org/officeDocument/2006/relationships/customXml" Target="../customXml/item3.xml"/><Relationship Id="rId21" Type="http://schemas.openxmlformats.org/officeDocument/2006/relationships/slide" Target="slides/slide17.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viewProps" Target="viewProps.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presProps" Target="presProp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handoutMaster" Target="handoutMasters/handoutMaster1.xml"/><Relationship Id="rId10" Type="http://schemas.openxmlformats.org/officeDocument/2006/relationships/slide" Target="slides/slide6.xml"/><Relationship Id="rId19" Type="http://schemas.openxmlformats.org/officeDocument/2006/relationships/slide" Target="slides/slide15.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notesMaster" Target="notesMasters/notesMaster1.xml"/><Relationship Id="rId27" Type="http://schemas.openxmlformats.org/officeDocument/2006/relationships/tableStyles" Target="tableStyle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FF81CEA5-62FD-4C83-BDE3-91DFB9827D8F}"/>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a:extLst>
              <a:ext uri="{FF2B5EF4-FFF2-40B4-BE49-F238E27FC236}">
                <a16:creationId xmlns:a16="http://schemas.microsoft.com/office/drawing/2014/main" id="{3FA1CBFD-6AD0-48C4-B91B-58830F6F4C3E}"/>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F869721-F543-4A6C-BF9D-65D7CC540427}" type="datetimeFigureOut">
              <a:rPr lang="en-US" smtClean="0"/>
              <a:t>3/27/2025</a:t>
            </a:fld>
            <a:endParaRPr lang="en-US" dirty="0"/>
          </a:p>
        </p:txBody>
      </p:sp>
      <p:sp>
        <p:nvSpPr>
          <p:cNvPr id="4" name="Footer Placeholder 3">
            <a:extLst>
              <a:ext uri="{FF2B5EF4-FFF2-40B4-BE49-F238E27FC236}">
                <a16:creationId xmlns:a16="http://schemas.microsoft.com/office/drawing/2014/main" id="{A9E55D22-46A3-4B8C-AD40-252FE7896C36}"/>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5" name="Slide Number Placeholder 4">
            <a:extLst>
              <a:ext uri="{FF2B5EF4-FFF2-40B4-BE49-F238E27FC236}">
                <a16:creationId xmlns:a16="http://schemas.microsoft.com/office/drawing/2014/main" id="{8E70DCEF-9071-4B17-801B-37B4465C8E15}"/>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8D90168E-626C-4E60-93C0-A00D25609468}" type="slidenum">
              <a:rPr lang="en-US" smtClean="0"/>
              <a:t>‹#›</a:t>
            </a:fld>
            <a:endParaRPr lang="en-US" dirty="0"/>
          </a:p>
        </p:txBody>
      </p:sp>
    </p:spTree>
    <p:extLst>
      <p:ext uri="{BB962C8B-B14F-4D97-AF65-F5344CB8AC3E}">
        <p14:creationId xmlns:p14="http://schemas.microsoft.com/office/powerpoint/2010/main" val="3749347701"/>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732326A-4C88-4AFB-AA5B-5919D81DFF5B}" type="datetimeFigureOut">
              <a:rPr lang="en-US" smtClean="0"/>
              <a:t>3/27/2025</a:t>
            </a:fld>
            <a:endParaRPr lang="en-US"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6B3AB32-59DF-41F1-9618-EDFBF5049629}" type="slidenum">
              <a:rPr lang="en-US" smtClean="0"/>
              <a:t>‹#›</a:t>
            </a:fld>
            <a:endParaRPr lang="en-US" dirty="0"/>
          </a:p>
        </p:txBody>
      </p:sp>
    </p:spTree>
    <p:extLst>
      <p:ext uri="{BB962C8B-B14F-4D97-AF65-F5344CB8AC3E}">
        <p14:creationId xmlns:p14="http://schemas.microsoft.com/office/powerpoint/2010/main" val="366180564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C6B3AB32-59DF-41F1-9618-EDFBF5049629}" type="slidenum">
              <a:rPr lang="en-US" smtClean="0"/>
              <a:t>1</a:t>
            </a:fld>
            <a:endParaRPr lang="en-US" dirty="0"/>
          </a:p>
        </p:txBody>
      </p:sp>
    </p:spTree>
    <p:extLst>
      <p:ext uri="{BB962C8B-B14F-4D97-AF65-F5344CB8AC3E}">
        <p14:creationId xmlns:p14="http://schemas.microsoft.com/office/powerpoint/2010/main" val="139004701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C6B3AB32-59DF-41F1-9618-EDFBF5049629}" type="slidenum">
              <a:rPr lang="en-US" smtClean="0"/>
              <a:t>17</a:t>
            </a:fld>
            <a:endParaRPr lang="en-US" dirty="0"/>
          </a:p>
        </p:txBody>
      </p:sp>
    </p:spTree>
    <p:extLst>
      <p:ext uri="{BB962C8B-B14F-4D97-AF65-F5344CB8AC3E}">
        <p14:creationId xmlns:p14="http://schemas.microsoft.com/office/powerpoint/2010/main" val="104671413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Rectangle 6"/>
          <p:cNvSpPr/>
          <p:nvPr/>
        </p:nvSpPr>
        <p:spPr>
          <a:xfrm>
            <a:off x="446534" y="3085765"/>
            <a:ext cx="11262866" cy="33048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ctrTitle"/>
          </p:nvPr>
        </p:nvSpPr>
        <p:spPr>
          <a:xfrm>
            <a:off x="581191" y="1020431"/>
            <a:ext cx="10993549" cy="1475013"/>
          </a:xfrm>
          <a:effectLst/>
        </p:spPr>
        <p:txBody>
          <a:bodyPr anchor="b">
            <a:normAutofit/>
          </a:bodyPr>
          <a:lstStyle>
            <a:lvl1pPr>
              <a:defRPr sz="3600">
                <a:solidFill>
                  <a:schemeClr val="accent1"/>
                </a:solidFill>
              </a:defRPr>
            </a:lvl1pPr>
          </a:lstStyle>
          <a:p>
            <a:r>
              <a:rPr lang="en-US"/>
              <a:t>Click to edit Master title style</a:t>
            </a:r>
            <a:endParaRPr lang="en-US" dirty="0"/>
          </a:p>
        </p:txBody>
      </p:sp>
      <p:sp>
        <p:nvSpPr>
          <p:cNvPr id="3" name="Subtitle 2"/>
          <p:cNvSpPr>
            <a:spLocks noGrp="1"/>
          </p:cNvSpPr>
          <p:nvPr>
            <p:ph type="subTitle" idx="1"/>
          </p:nvPr>
        </p:nvSpPr>
        <p:spPr>
          <a:xfrm>
            <a:off x="581194" y="2495445"/>
            <a:ext cx="10993546" cy="590321"/>
          </a:xfrm>
        </p:spPr>
        <p:txBody>
          <a:bodyPr anchor="t">
            <a:normAutofit/>
          </a:bodyPr>
          <a:lstStyle>
            <a:lvl1pPr marL="0" indent="0" algn="l">
              <a:buNone/>
              <a:defRPr sz="1600" cap="all">
                <a:solidFill>
                  <a:schemeClr val="accent2"/>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a:xfrm>
            <a:off x="7605951" y="5956137"/>
            <a:ext cx="2844800" cy="365125"/>
          </a:xfrm>
        </p:spPr>
        <p:txBody>
          <a:bodyPr/>
          <a:lstStyle>
            <a:lvl1pPr>
              <a:defRPr>
                <a:solidFill>
                  <a:schemeClr val="accent1">
                    <a:lumMod val="75000"/>
                    <a:lumOff val="25000"/>
                  </a:schemeClr>
                </a:solidFill>
              </a:defRPr>
            </a:lvl1pPr>
          </a:lstStyle>
          <a:p>
            <a:fld id="{B61BEF0D-F0BB-DE4B-95CE-6DB70DBA9567}" type="datetimeFigureOut">
              <a:rPr lang="en-US" smtClean="0"/>
              <a:pPr/>
              <a:t>3/27/2025</a:t>
            </a:fld>
            <a:endParaRPr lang="en-US" dirty="0"/>
          </a:p>
        </p:txBody>
      </p:sp>
      <p:sp>
        <p:nvSpPr>
          <p:cNvPr id="5" name="Footer Placeholder 4"/>
          <p:cNvSpPr>
            <a:spLocks noGrp="1"/>
          </p:cNvSpPr>
          <p:nvPr>
            <p:ph type="ftr" sz="quarter" idx="11"/>
          </p:nvPr>
        </p:nvSpPr>
        <p:spPr>
          <a:xfrm>
            <a:off x="581192" y="5951811"/>
            <a:ext cx="6917210" cy="365125"/>
          </a:xfrm>
        </p:spPr>
        <p:txBody>
          <a:bodyPr/>
          <a:lstStyle>
            <a:lvl1pPr>
              <a:defRPr>
                <a:solidFill>
                  <a:schemeClr val="accent1">
                    <a:lumMod val="75000"/>
                    <a:lumOff val="25000"/>
                  </a:schemeClr>
                </a:solidFill>
              </a:defRPr>
            </a:lvl1pPr>
          </a:lstStyle>
          <a:p>
            <a:endParaRPr lang="en-US" dirty="0"/>
          </a:p>
        </p:txBody>
      </p:sp>
      <p:sp>
        <p:nvSpPr>
          <p:cNvPr id="6" name="Slide Number Placeholder 5"/>
          <p:cNvSpPr>
            <a:spLocks noGrp="1"/>
          </p:cNvSpPr>
          <p:nvPr>
            <p:ph type="sldNum" sz="quarter" idx="12"/>
          </p:nvPr>
        </p:nvSpPr>
        <p:spPr>
          <a:xfrm>
            <a:off x="10558300" y="5956137"/>
            <a:ext cx="1016440" cy="365125"/>
          </a:xfrm>
        </p:spPr>
        <p:txBody>
          <a:bodyPr/>
          <a:lstStyle>
            <a:lvl1pPr>
              <a:defRPr>
                <a:solidFill>
                  <a:schemeClr val="accent1">
                    <a:lumMod val="75000"/>
                    <a:lumOff val="25000"/>
                  </a:schemeClr>
                </a:solidFill>
              </a:defRPr>
            </a:lvl1p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10301860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7" name="Rectangle 6"/>
          <p:cNvSpPr>
            <a:spLocks noChangeAspect="1"/>
          </p:cNvSpPr>
          <p:nvPr/>
        </p:nvSpPr>
        <p:spPr>
          <a:xfrm>
            <a:off x="440286" y="614407"/>
            <a:ext cx="11309338" cy="118929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581192" y="702156"/>
            <a:ext cx="11029616" cy="1013800"/>
          </a:xfrm>
        </p:spPr>
        <p:txBody>
          <a:bodyPr/>
          <a:lstStyle/>
          <a:p>
            <a:r>
              <a:rPr lang="en-US"/>
              <a:t>Click to edit Master title style</a:t>
            </a:r>
            <a:endParaRPr lang="en-US" dirty="0"/>
          </a:p>
        </p:txBody>
      </p:sp>
      <p:sp>
        <p:nvSpPr>
          <p:cNvPr id="3" name="Content Placeholder 2"/>
          <p:cNvSpPr>
            <a:spLocks noGrp="1"/>
          </p:cNvSpPr>
          <p:nvPr>
            <p:ph idx="1"/>
          </p:nvPr>
        </p:nvSpPr>
        <p:spPr>
          <a:xfrm>
            <a:off x="581192" y="2180496"/>
            <a:ext cx="11029615" cy="367830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3/27/2025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a:xfrm>
            <a:off x="10558300" y="5956137"/>
            <a:ext cx="1052508" cy="365125"/>
          </a:xfrm>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73998163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8" name="Rectangle 7"/>
          <p:cNvSpPr>
            <a:spLocks noChangeAspect="1"/>
          </p:cNvSpPr>
          <p:nvPr/>
        </p:nvSpPr>
        <p:spPr>
          <a:xfrm>
            <a:off x="447817" y="5141974"/>
            <a:ext cx="11290860" cy="125882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581193" y="3043910"/>
            <a:ext cx="11029615" cy="1497507"/>
          </a:xfrm>
        </p:spPr>
        <p:txBody>
          <a:bodyPr anchor="b">
            <a:normAutofit/>
          </a:bodyPr>
          <a:lstStyle>
            <a:lvl1pPr algn="l">
              <a:defRPr sz="3600" b="0" cap="all">
                <a:solidFill>
                  <a:schemeClr val="accent1"/>
                </a:solidFill>
              </a:defRPr>
            </a:lvl1pPr>
          </a:lstStyle>
          <a:p>
            <a:r>
              <a:rPr lang="en-US"/>
              <a:t>Click to edit Master title style</a:t>
            </a:r>
            <a:endParaRPr lang="en-US" dirty="0"/>
          </a:p>
        </p:txBody>
      </p:sp>
      <p:sp>
        <p:nvSpPr>
          <p:cNvPr id="3" name="Text Placeholder 2"/>
          <p:cNvSpPr>
            <a:spLocks noGrp="1"/>
          </p:cNvSpPr>
          <p:nvPr>
            <p:ph type="body" idx="1"/>
          </p:nvPr>
        </p:nvSpPr>
        <p:spPr>
          <a:xfrm>
            <a:off x="581192" y="4541417"/>
            <a:ext cx="11029615" cy="600556"/>
          </a:xfrm>
        </p:spPr>
        <p:txBody>
          <a:bodyPr anchor="t">
            <a:normAutofit/>
          </a:bodyPr>
          <a:lstStyle>
            <a:lvl1pPr marL="0" indent="0" algn="l">
              <a:buNone/>
              <a:defRPr sz="1800" cap="all">
                <a:solidFill>
                  <a:schemeClr val="accent2"/>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lvl1pPr>
              <a:defRPr>
                <a:solidFill>
                  <a:schemeClr val="accent1">
                    <a:lumMod val="75000"/>
                    <a:lumOff val="25000"/>
                  </a:schemeClr>
                </a:solidFill>
              </a:defRPr>
            </a:lvl1pPr>
          </a:lstStyle>
          <a:p>
            <a:fld id="{B61BEF0D-F0BB-DE4B-95CE-6DB70DBA9567}" type="datetimeFigureOut">
              <a:rPr lang="en-US" smtClean="0"/>
              <a:pPr/>
              <a:t>3/27/2025</a:t>
            </a:fld>
            <a:endParaRPr lang="en-US" dirty="0"/>
          </a:p>
        </p:txBody>
      </p:sp>
      <p:sp>
        <p:nvSpPr>
          <p:cNvPr id="5" name="Footer Placeholder 4"/>
          <p:cNvSpPr>
            <a:spLocks noGrp="1"/>
          </p:cNvSpPr>
          <p:nvPr>
            <p:ph type="ftr" sz="quarter" idx="11"/>
          </p:nvPr>
        </p:nvSpPr>
        <p:spPr/>
        <p:txBody>
          <a:bodyPr/>
          <a:lstStyle>
            <a:lvl1pPr>
              <a:defRPr>
                <a:solidFill>
                  <a:schemeClr val="accent1">
                    <a:lumMod val="75000"/>
                    <a:lumOff val="25000"/>
                  </a:schemeClr>
                </a:solidFill>
              </a:defRPr>
            </a:lvl1pPr>
          </a:lstStyle>
          <a:p>
            <a:endParaRPr lang="en-US" dirty="0"/>
          </a:p>
        </p:txBody>
      </p:sp>
      <p:sp>
        <p:nvSpPr>
          <p:cNvPr id="6" name="Slide Number Placeholder 5"/>
          <p:cNvSpPr>
            <a:spLocks noGrp="1"/>
          </p:cNvSpPr>
          <p:nvPr>
            <p:ph type="sldNum" sz="quarter" idx="12"/>
          </p:nvPr>
        </p:nvSpPr>
        <p:spPr/>
        <p:txBody>
          <a:bodyPr/>
          <a:lstStyle>
            <a:lvl1pPr>
              <a:defRPr>
                <a:solidFill>
                  <a:schemeClr val="accent1">
                    <a:lumMod val="75000"/>
                    <a:lumOff val="25000"/>
                  </a:schemeClr>
                </a:solidFill>
              </a:defRPr>
            </a:lvl1p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390929088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8" name="Rectangle 7"/>
          <p:cNvSpPr>
            <a:spLocks noChangeAspect="1"/>
          </p:cNvSpPr>
          <p:nvPr/>
        </p:nvSpPr>
        <p:spPr>
          <a:xfrm>
            <a:off x="445982" y="606554"/>
            <a:ext cx="11300036" cy="125882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581193" y="729658"/>
            <a:ext cx="11029616" cy="988332"/>
          </a:xfrm>
        </p:spPr>
        <p:txBody>
          <a:bodyPr/>
          <a:lstStyle/>
          <a:p>
            <a:r>
              <a:rPr lang="en-US"/>
              <a:t>Click to edit Master title style</a:t>
            </a:r>
            <a:endParaRPr lang="en-US" dirty="0"/>
          </a:p>
        </p:txBody>
      </p:sp>
      <p:sp>
        <p:nvSpPr>
          <p:cNvPr id="3" name="Content Placeholder 2"/>
          <p:cNvSpPr>
            <a:spLocks noGrp="1"/>
          </p:cNvSpPr>
          <p:nvPr>
            <p:ph sz="half" idx="1"/>
          </p:nvPr>
        </p:nvSpPr>
        <p:spPr>
          <a:xfrm>
            <a:off x="581193" y="2228003"/>
            <a:ext cx="5422390" cy="363304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88417" y="2228003"/>
            <a:ext cx="5422392" cy="363304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B61BEF0D-F0BB-DE4B-95CE-6DB70DBA9567}" type="datetimeFigureOut">
              <a:rPr lang="en-US" smtClean="0"/>
              <a:pPr/>
              <a:t>3/27/2025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368716740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1" name="Rectangle 10"/>
          <p:cNvSpPr>
            <a:spLocks noChangeAspect="1"/>
          </p:cNvSpPr>
          <p:nvPr/>
        </p:nvSpPr>
        <p:spPr>
          <a:xfrm>
            <a:off x="445982" y="606554"/>
            <a:ext cx="11300036" cy="125882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12" name="Title 1"/>
          <p:cNvSpPr>
            <a:spLocks noGrp="1"/>
          </p:cNvSpPr>
          <p:nvPr>
            <p:ph type="title"/>
          </p:nvPr>
        </p:nvSpPr>
        <p:spPr>
          <a:xfrm>
            <a:off x="581193" y="729658"/>
            <a:ext cx="11029616" cy="988332"/>
          </a:xfrm>
        </p:spPr>
        <p:txBody>
          <a:bodyPr/>
          <a:lstStyle/>
          <a:p>
            <a:r>
              <a:rPr lang="en-US"/>
              <a:t>Click to edit Master title style</a:t>
            </a:r>
            <a:endParaRPr lang="en-US" dirty="0"/>
          </a:p>
        </p:txBody>
      </p:sp>
      <p:sp>
        <p:nvSpPr>
          <p:cNvPr id="3" name="Text Placeholder 2"/>
          <p:cNvSpPr>
            <a:spLocks noGrp="1"/>
          </p:cNvSpPr>
          <p:nvPr>
            <p:ph type="body" idx="1"/>
          </p:nvPr>
        </p:nvSpPr>
        <p:spPr>
          <a:xfrm>
            <a:off x="887219" y="2250892"/>
            <a:ext cx="5087075" cy="536005"/>
          </a:xfrm>
        </p:spPr>
        <p:txBody>
          <a:bodyPr anchor="b">
            <a:noAutofit/>
          </a:bodyPr>
          <a:lstStyle>
            <a:lvl1pPr marL="0" indent="0">
              <a:buNone/>
              <a:defRPr sz="2200" b="0">
                <a:solidFill>
                  <a:schemeClr val="accent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581194" y="2926052"/>
            <a:ext cx="5393100" cy="2934999"/>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523735" y="2250892"/>
            <a:ext cx="5087073" cy="553373"/>
          </a:xfrm>
        </p:spPr>
        <p:txBody>
          <a:bodyPr anchor="b">
            <a:noAutofit/>
          </a:bodyPr>
          <a:lstStyle>
            <a:lvl1pPr marL="0" indent="0">
              <a:buNone/>
              <a:defRPr sz="2200" b="0">
                <a:solidFill>
                  <a:schemeClr val="accent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217709" y="2926052"/>
            <a:ext cx="5393100" cy="2934999"/>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B61BEF0D-F0BB-DE4B-95CE-6DB70DBA9567}" type="datetimeFigureOut">
              <a:rPr lang="en-US" smtClean="0"/>
              <a:pPr/>
              <a:t>3/27/2025</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42857402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3" name="Date Placeholder 2"/>
          <p:cNvSpPr>
            <a:spLocks noGrp="1"/>
          </p:cNvSpPr>
          <p:nvPr>
            <p:ph type="dt" sz="half" idx="10"/>
          </p:nvPr>
        </p:nvSpPr>
        <p:spPr/>
        <p:txBody>
          <a:bodyPr/>
          <a:lstStyle/>
          <a:p>
            <a:fld id="{B61BEF0D-F0BB-DE4B-95CE-6DB70DBA9567}" type="datetimeFigureOut">
              <a:rPr lang="en-US" smtClean="0"/>
              <a:pPr/>
              <a:t>3/27/2025</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D57F1E4F-1CFF-5643-939E-217C01CDF565}" type="slidenum">
              <a:rPr lang="en-US" smtClean="0"/>
              <a:pPr/>
              <a:t>‹#›</a:t>
            </a:fld>
            <a:endParaRPr lang="en-US" dirty="0"/>
          </a:p>
        </p:txBody>
      </p:sp>
      <p:sp>
        <p:nvSpPr>
          <p:cNvPr id="7" name="Rectangle 6"/>
          <p:cNvSpPr>
            <a:spLocks noChangeAspect="1"/>
          </p:cNvSpPr>
          <p:nvPr/>
        </p:nvSpPr>
        <p:spPr>
          <a:xfrm>
            <a:off x="440683" y="606554"/>
            <a:ext cx="11300036" cy="125882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8" name="Title 1"/>
          <p:cNvSpPr>
            <a:spLocks noGrp="1"/>
          </p:cNvSpPr>
          <p:nvPr>
            <p:ph type="title"/>
          </p:nvPr>
        </p:nvSpPr>
        <p:spPr>
          <a:xfrm>
            <a:off x="575894" y="729658"/>
            <a:ext cx="11029616" cy="988332"/>
          </a:xfrm>
        </p:spPr>
        <p:txBody>
          <a:bodyPr/>
          <a:lstStyle/>
          <a:p>
            <a:r>
              <a:rPr lang="en-US"/>
              <a:t>Click to edit Master title style</a:t>
            </a:r>
            <a:endParaRPr lang="en-US" dirty="0"/>
          </a:p>
        </p:txBody>
      </p:sp>
    </p:spTree>
    <p:extLst>
      <p:ext uri="{BB962C8B-B14F-4D97-AF65-F5344CB8AC3E}">
        <p14:creationId xmlns:p14="http://schemas.microsoft.com/office/powerpoint/2010/main" val="116431827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B61BEF0D-F0BB-DE4B-95CE-6DB70DBA9567}" type="datetimeFigureOut">
              <a:rPr lang="en-US" smtClean="0"/>
              <a:pPr/>
              <a:t>3/27/2025</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341269040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9" name="Rectangle 8"/>
          <p:cNvSpPr>
            <a:spLocks noChangeAspect="1"/>
          </p:cNvSpPr>
          <p:nvPr/>
        </p:nvSpPr>
        <p:spPr>
          <a:xfrm>
            <a:off x="447817" y="5141973"/>
            <a:ext cx="11298200" cy="127470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581192" y="5262296"/>
            <a:ext cx="4909445" cy="689514"/>
          </a:xfrm>
        </p:spPr>
        <p:txBody>
          <a:bodyPr anchor="ctr"/>
          <a:lstStyle>
            <a:lvl1pPr algn="l">
              <a:defRPr sz="2000" b="0">
                <a:solidFill>
                  <a:schemeClr val="accent1">
                    <a:lumMod val="75000"/>
                    <a:lumOff val="25000"/>
                  </a:schemeClr>
                </a:solidFill>
              </a:defRPr>
            </a:lvl1pPr>
          </a:lstStyle>
          <a:p>
            <a:r>
              <a:rPr lang="en-US"/>
              <a:t>Click to edit Master title style</a:t>
            </a:r>
            <a:endParaRPr lang="en-US" dirty="0"/>
          </a:p>
        </p:txBody>
      </p:sp>
      <p:sp>
        <p:nvSpPr>
          <p:cNvPr id="3" name="Content Placeholder 2"/>
          <p:cNvSpPr>
            <a:spLocks noGrp="1"/>
          </p:cNvSpPr>
          <p:nvPr>
            <p:ph idx="1"/>
          </p:nvPr>
        </p:nvSpPr>
        <p:spPr>
          <a:xfrm>
            <a:off x="447816" y="601200"/>
            <a:ext cx="11292840" cy="4204800"/>
          </a:xfrm>
        </p:spPr>
        <p:txBody>
          <a:bodyPr anchor="ctr">
            <a:normAutofit/>
          </a:bodyPr>
          <a:lstStyle>
            <a:lvl1pPr>
              <a:defRPr sz="2000">
                <a:solidFill>
                  <a:schemeClr val="tx2"/>
                </a:solidFill>
              </a:defRPr>
            </a:lvl1pPr>
            <a:lvl2pPr>
              <a:defRPr sz="1800">
                <a:solidFill>
                  <a:schemeClr val="tx2"/>
                </a:solidFill>
              </a:defRPr>
            </a:lvl2pPr>
            <a:lvl3pPr>
              <a:defRPr sz="1600">
                <a:solidFill>
                  <a:schemeClr val="tx2"/>
                </a:solidFill>
              </a:defRPr>
            </a:lvl3pPr>
            <a:lvl4pPr>
              <a:defRPr sz="1400">
                <a:solidFill>
                  <a:schemeClr val="tx2"/>
                </a:solidFill>
              </a:defRPr>
            </a:lvl4pPr>
            <a:lvl5pPr>
              <a:defRPr sz="1400">
                <a:solidFill>
                  <a:schemeClr val="tx2"/>
                </a:solidFill>
              </a:defRPr>
            </a:lvl5pPr>
            <a:lvl6pPr>
              <a:defRPr sz="1400">
                <a:solidFill>
                  <a:schemeClr val="tx2"/>
                </a:solidFill>
              </a:defRPr>
            </a:lvl6pPr>
            <a:lvl7pPr>
              <a:defRPr sz="1400">
                <a:solidFill>
                  <a:schemeClr val="tx2"/>
                </a:solidFill>
              </a:defRPr>
            </a:lvl7pPr>
            <a:lvl8pPr>
              <a:defRPr sz="1400">
                <a:solidFill>
                  <a:schemeClr val="tx2"/>
                </a:solidFill>
              </a:defRPr>
            </a:lvl8pPr>
            <a:lvl9pPr>
              <a:defRPr sz="1400">
                <a:solidFill>
                  <a:schemeClr val="tx2"/>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5740823" y="5262296"/>
            <a:ext cx="5869987" cy="689515"/>
          </a:xfrm>
        </p:spPr>
        <p:txBody>
          <a:bodyPr anchor="ctr">
            <a:normAutofit/>
          </a:bodyPr>
          <a:lstStyle>
            <a:lvl1pPr marL="0" indent="0" algn="r">
              <a:buNone/>
              <a:defRPr sz="1100">
                <a:solidFill>
                  <a:schemeClr val="bg1"/>
                </a:solidFill>
              </a:defRPr>
            </a:lvl1pPr>
            <a:lvl2pPr marL="457200" indent="0">
              <a:buNone/>
              <a:defRPr sz="11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lvl1pPr>
              <a:defRPr>
                <a:solidFill>
                  <a:schemeClr val="accent1">
                    <a:lumMod val="75000"/>
                    <a:lumOff val="25000"/>
                  </a:schemeClr>
                </a:solidFill>
              </a:defRPr>
            </a:lvl1pPr>
          </a:lstStyle>
          <a:p>
            <a:fld id="{B61BEF0D-F0BB-DE4B-95CE-6DB70DBA9567}" type="datetimeFigureOut">
              <a:rPr lang="en-US" smtClean="0"/>
              <a:pPr/>
              <a:t>3/27/2025</a:t>
            </a:fld>
            <a:endParaRPr lang="en-US" dirty="0"/>
          </a:p>
        </p:txBody>
      </p:sp>
      <p:sp>
        <p:nvSpPr>
          <p:cNvPr id="6" name="Footer Placeholder 5"/>
          <p:cNvSpPr>
            <a:spLocks noGrp="1"/>
          </p:cNvSpPr>
          <p:nvPr>
            <p:ph type="ftr" sz="quarter" idx="11"/>
          </p:nvPr>
        </p:nvSpPr>
        <p:spPr/>
        <p:txBody>
          <a:bodyPr/>
          <a:lstStyle>
            <a:lvl1pPr>
              <a:defRPr>
                <a:solidFill>
                  <a:schemeClr val="accent1">
                    <a:lumMod val="75000"/>
                    <a:lumOff val="25000"/>
                  </a:schemeClr>
                </a:solidFill>
              </a:defRPr>
            </a:lvl1pPr>
          </a:lstStyle>
          <a:p>
            <a:endParaRPr lang="en-US" dirty="0"/>
          </a:p>
        </p:txBody>
      </p:sp>
      <p:sp>
        <p:nvSpPr>
          <p:cNvPr id="7" name="Slide Number Placeholder 6"/>
          <p:cNvSpPr>
            <a:spLocks noGrp="1"/>
          </p:cNvSpPr>
          <p:nvPr>
            <p:ph type="sldNum" sz="quarter" idx="12"/>
          </p:nvPr>
        </p:nvSpPr>
        <p:spPr/>
        <p:txBody>
          <a:bodyPr/>
          <a:lstStyle>
            <a:lvl1pPr>
              <a:defRPr>
                <a:solidFill>
                  <a:schemeClr val="accent1">
                    <a:lumMod val="75000"/>
                    <a:lumOff val="25000"/>
                  </a:schemeClr>
                </a:solidFill>
              </a:defRPr>
            </a:lvl1p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92329620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581193" y="4693389"/>
            <a:ext cx="11029616" cy="566738"/>
          </a:xfrm>
        </p:spPr>
        <p:txBody>
          <a:bodyPr anchor="b">
            <a:normAutofit/>
          </a:bodyPr>
          <a:lstStyle>
            <a:lvl1pPr algn="l">
              <a:defRPr sz="2400" b="0">
                <a:solidFill>
                  <a:schemeClr val="accent1"/>
                </a:solidFill>
              </a:defRPr>
            </a:lvl1pPr>
          </a:lstStyle>
          <a:p>
            <a:r>
              <a:rPr lang="en-US"/>
              <a:t>Click to edit Master title style</a:t>
            </a:r>
            <a:endParaRPr lang="en-US" dirty="0"/>
          </a:p>
        </p:txBody>
      </p:sp>
      <p:sp>
        <p:nvSpPr>
          <p:cNvPr id="3" name="Picture Placeholder 2"/>
          <p:cNvSpPr>
            <a:spLocks noGrp="1" noChangeAspect="1"/>
          </p:cNvSpPr>
          <p:nvPr>
            <p:ph type="pic" idx="1"/>
          </p:nvPr>
        </p:nvSpPr>
        <p:spPr>
          <a:xfrm>
            <a:off x="447817" y="599725"/>
            <a:ext cx="11290859" cy="3557252"/>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581192" y="5260127"/>
            <a:ext cx="11029617" cy="598671"/>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B61BEF0D-F0BB-DE4B-95CE-6DB70DBA9567}" type="datetimeFigureOut">
              <a:rPr lang="en-US" smtClean="0"/>
              <a:pPr/>
              <a:t>3/27/2025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28080372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8" name="Rectangle 7"/>
          <p:cNvSpPr>
            <a:spLocks noChangeAspect="1"/>
          </p:cNvSpPr>
          <p:nvPr/>
        </p:nvSpPr>
        <p:spPr>
          <a:xfrm>
            <a:off x="440286" y="614407"/>
            <a:ext cx="11309338" cy="118929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9" name="Title 1"/>
          <p:cNvSpPr>
            <a:spLocks noGrp="1"/>
          </p:cNvSpPr>
          <p:nvPr>
            <p:ph type="title"/>
          </p:nvPr>
        </p:nvSpPr>
        <p:spPr>
          <a:xfrm>
            <a:off x="581192" y="702156"/>
            <a:ext cx="11029616" cy="1013800"/>
          </a:xfrm>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lstStyle>
            <a:lvl1pPr algn="l">
              <a:defRPr/>
            </a:lvl1pPr>
            <a:lvl2pPr algn="l">
              <a:defRPr/>
            </a:lvl2pPr>
            <a:lvl3pPr algn="l">
              <a:defRPr/>
            </a:lvl3pPr>
            <a:lvl4pPr algn="l">
              <a:defRPr/>
            </a:lvl4pPr>
            <a:lvl5pPr algn="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3/27/2025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345470114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7" name="Rectangle 6"/>
          <p:cNvSpPr>
            <a:spLocks noChangeAspect="1"/>
          </p:cNvSpPr>
          <p:nvPr/>
        </p:nvSpPr>
        <p:spPr>
          <a:xfrm>
            <a:off x="8839201" y="599725"/>
            <a:ext cx="2906817" cy="581695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2" name="Vertical Title 1"/>
          <p:cNvSpPr>
            <a:spLocks noGrp="1"/>
          </p:cNvSpPr>
          <p:nvPr>
            <p:ph type="title" orient="vert"/>
          </p:nvPr>
        </p:nvSpPr>
        <p:spPr>
          <a:xfrm>
            <a:off x="8839201" y="675726"/>
            <a:ext cx="2004164" cy="5183073"/>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774923" y="675726"/>
            <a:ext cx="7896279" cy="5183073"/>
          </a:xfrm>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a:xfrm>
            <a:off x="8993673" y="5956137"/>
            <a:ext cx="1328141" cy="365125"/>
          </a:xfrm>
        </p:spPr>
        <p:txBody>
          <a:bodyPr/>
          <a:lstStyle>
            <a:lvl1pPr>
              <a:defRPr>
                <a:solidFill>
                  <a:schemeClr val="accent1">
                    <a:lumMod val="75000"/>
                    <a:lumOff val="25000"/>
                  </a:schemeClr>
                </a:solidFill>
              </a:defRPr>
            </a:lvl1pPr>
          </a:lstStyle>
          <a:p>
            <a:fld id="{B61BEF0D-F0BB-DE4B-95CE-6DB70DBA9567}" type="datetimeFigureOut">
              <a:rPr lang="en-US" smtClean="0"/>
              <a:pPr/>
              <a:t>3/27/2025</a:t>
            </a:fld>
            <a:endParaRPr lang="en-US" dirty="0"/>
          </a:p>
        </p:txBody>
      </p:sp>
      <p:sp>
        <p:nvSpPr>
          <p:cNvPr id="5" name="Footer Placeholder 4"/>
          <p:cNvSpPr>
            <a:spLocks noGrp="1"/>
          </p:cNvSpPr>
          <p:nvPr>
            <p:ph type="ftr" sz="quarter" idx="11"/>
          </p:nvPr>
        </p:nvSpPr>
        <p:spPr>
          <a:xfrm>
            <a:off x="774923" y="5951811"/>
            <a:ext cx="7896279" cy="365125"/>
          </a:xfrm>
        </p:spPr>
        <p:txBody>
          <a:bodyPr/>
          <a:lstStyle/>
          <a:p>
            <a:endParaRPr lang="en-US" dirty="0"/>
          </a:p>
        </p:txBody>
      </p:sp>
      <p:sp>
        <p:nvSpPr>
          <p:cNvPr id="6" name="Slide Number Placeholder 5"/>
          <p:cNvSpPr>
            <a:spLocks noGrp="1"/>
          </p:cNvSpPr>
          <p:nvPr>
            <p:ph type="sldNum" sz="quarter" idx="12"/>
          </p:nvPr>
        </p:nvSpPr>
        <p:spPr>
          <a:xfrm>
            <a:off x="10446615" y="5956137"/>
            <a:ext cx="1164195" cy="365125"/>
          </a:xfrm>
        </p:spPr>
        <p:txBody>
          <a:bodyPr/>
          <a:lstStyle>
            <a:lvl1pPr>
              <a:defRPr>
                <a:solidFill>
                  <a:schemeClr val="accent1">
                    <a:lumMod val="75000"/>
                    <a:lumOff val="25000"/>
                  </a:schemeClr>
                </a:solidFill>
              </a:defRPr>
            </a:lvl1p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429152687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581192" y="705124"/>
            <a:ext cx="11029616" cy="1189554"/>
          </a:xfrm>
          <a:prstGeom prst="rect">
            <a:avLst/>
          </a:prstGeom>
        </p:spPr>
        <p:txBody>
          <a:bodyPr vert="horz" lIns="91440" tIns="45720" rIns="91440" bIns="45720" rtlCol="0" anchor="b">
            <a:normAutofit/>
          </a:bodyPr>
          <a:lstStyle/>
          <a:p>
            <a:r>
              <a:rPr lang="en-US"/>
              <a:t>Click to edit Master title style</a:t>
            </a:r>
            <a:endParaRPr lang="en-US" dirty="0"/>
          </a:p>
        </p:txBody>
      </p:sp>
      <p:sp>
        <p:nvSpPr>
          <p:cNvPr id="3" name="Text Placeholder 2"/>
          <p:cNvSpPr>
            <a:spLocks noGrp="1"/>
          </p:cNvSpPr>
          <p:nvPr>
            <p:ph type="body" idx="1"/>
          </p:nvPr>
        </p:nvSpPr>
        <p:spPr>
          <a:xfrm>
            <a:off x="581192" y="2336003"/>
            <a:ext cx="11029616" cy="3522794"/>
          </a:xfrm>
          <a:prstGeom prst="rect">
            <a:avLst/>
          </a:prstGeom>
        </p:spPr>
        <p:txBody>
          <a:bodyPr vert="horz" lIns="91440" tIns="45720" rIns="91440" bIns="45720" rtlCol="0" anchor="ct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605951" y="5956137"/>
            <a:ext cx="2844799" cy="365125"/>
          </a:xfrm>
          <a:prstGeom prst="rect">
            <a:avLst/>
          </a:prstGeom>
        </p:spPr>
        <p:txBody>
          <a:bodyPr vert="horz" lIns="91440" tIns="45720" rIns="91440" bIns="45720" rtlCol="0" anchor="ctr"/>
          <a:lstStyle>
            <a:lvl1pPr algn="r">
              <a:defRPr sz="900">
                <a:solidFill>
                  <a:schemeClr val="accent2"/>
                </a:solidFill>
              </a:defRPr>
            </a:lvl1pPr>
          </a:lstStyle>
          <a:p>
            <a:fld id="{B61BEF0D-F0BB-DE4B-95CE-6DB70DBA9567}" type="datetimeFigureOut">
              <a:rPr lang="en-US" smtClean="0"/>
              <a:pPr/>
              <a:t>3/27/2025</a:t>
            </a:fld>
            <a:endParaRPr lang="en-US" dirty="0"/>
          </a:p>
        </p:txBody>
      </p:sp>
      <p:sp>
        <p:nvSpPr>
          <p:cNvPr id="5" name="Footer Placeholder 4"/>
          <p:cNvSpPr>
            <a:spLocks noGrp="1"/>
          </p:cNvSpPr>
          <p:nvPr>
            <p:ph type="ftr" sz="quarter" idx="3"/>
          </p:nvPr>
        </p:nvSpPr>
        <p:spPr>
          <a:xfrm>
            <a:off x="581192" y="5951811"/>
            <a:ext cx="6917210" cy="365125"/>
          </a:xfrm>
          <a:prstGeom prst="rect">
            <a:avLst/>
          </a:prstGeom>
        </p:spPr>
        <p:txBody>
          <a:bodyPr vert="horz" lIns="91440" tIns="45720" rIns="91440" bIns="45720" rtlCol="0" anchor="ctr"/>
          <a:lstStyle>
            <a:lvl1pPr algn="l">
              <a:defRPr sz="900" cap="all">
                <a:solidFill>
                  <a:schemeClr val="accent2"/>
                </a:solidFill>
              </a:defRPr>
            </a:lvl1pPr>
          </a:lstStyle>
          <a:p>
            <a:endParaRPr lang="en-US" dirty="0"/>
          </a:p>
        </p:txBody>
      </p:sp>
      <p:sp>
        <p:nvSpPr>
          <p:cNvPr id="6" name="Slide Number Placeholder 5"/>
          <p:cNvSpPr>
            <a:spLocks noGrp="1"/>
          </p:cNvSpPr>
          <p:nvPr>
            <p:ph type="sldNum" sz="quarter" idx="4"/>
          </p:nvPr>
        </p:nvSpPr>
        <p:spPr>
          <a:xfrm>
            <a:off x="10558300" y="5956137"/>
            <a:ext cx="1052510" cy="365125"/>
          </a:xfrm>
          <a:prstGeom prst="rect">
            <a:avLst/>
          </a:prstGeom>
        </p:spPr>
        <p:txBody>
          <a:bodyPr vert="horz" lIns="91440" tIns="45720" rIns="91440" bIns="45720" rtlCol="0" anchor="ctr"/>
          <a:lstStyle>
            <a:lvl1pPr algn="r">
              <a:defRPr sz="900">
                <a:solidFill>
                  <a:schemeClr val="accent2"/>
                </a:solidFill>
              </a:defRPr>
            </a:lvl1pPr>
          </a:lstStyle>
          <a:p>
            <a:fld id="{D57F1E4F-1CFF-5643-939E-217C01CDF565}" type="slidenum">
              <a:rPr lang="en-US" smtClean="0"/>
              <a:pPr/>
              <a:t>‹#›</a:t>
            </a:fld>
            <a:endParaRPr lang="en-US" dirty="0"/>
          </a:p>
        </p:txBody>
      </p:sp>
      <p:sp>
        <p:nvSpPr>
          <p:cNvPr id="9" name="Rectangle 8"/>
          <p:cNvSpPr/>
          <p:nvPr/>
        </p:nvSpPr>
        <p:spPr>
          <a:xfrm>
            <a:off x="446534" y="457200"/>
            <a:ext cx="3703320" cy="9499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10" name="Rectangle 9"/>
          <p:cNvSpPr/>
          <p:nvPr/>
        </p:nvSpPr>
        <p:spPr>
          <a:xfrm>
            <a:off x="8042147" y="453643"/>
            <a:ext cx="3703320" cy="98554"/>
          </a:xfrm>
          <a:prstGeom prst="rect">
            <a:avLst/>
          </a:prstGeom>
          <a:solidFill>
            <a:schemeClr val="accent4"/>
          </a:solidFill>
          <a:ln>
            <a:noFill/>
          </a:ln>
          <a:effectLst/>
        </p:spPr>
        <p:style>
          <a:lnRef idx="1">
            <a:schemeClr val="accent1"/>
          </a:lnRef>
          <a:fillRef idx="3">
            <a:schemeClr val="accent1"/>
          </a:fillRef>
          <a:effectRef idx="2">
            <a:schemeClr val="accent1"/>
          </a:effectRef>
          <a:fontRef idx="minor">
            <a:schemeClr val="lt1"/>
          </a:fontRef>
        </p:style>
      </p:sp>
      <p:sp>
        <p:nvSpPr>
          <p:cNvPr id="11" name="Rectangle 10"/>
          <p:cNvSpPr/>
          <p:nvPr/>
        </p:nvSpPr>
        <p:spPr>
          <a:xfrm>
            <a:off x="4241830" y="457200"/>
            <a:ext cx="3703320" cy="91440"/>
          </a:xfrm>
          <a:prstGeom prst="rect">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sp>
    </p:spTree>
    <p:extLst>
      <p:ext uri="{BB962C8B-B14F-4D97-AF65-F5344CB8AC3E}">
        <p14:creationId xmlns:p14="http://schemas.microsoft.com/office/powerpoint/2010/main" val="82855549"/>
      </p:ext>
    </p:extLst>
  </p:cSld>
  <p:clrMap bg1="lt1" tx1="dk1" bg2="lt2" tx2="dk2" accent1="accent1" accent2="accent2" accent3="accent3" accent4="accent4" accent5="accent5" accent6="accent6" hlink="hlink" folHlink="fol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Lst>
  <p:txStyles>
    <p:titleStyle>
      <a:lvl1pPr algn="l" defTabSz="457200" rtl="0" eaLnBrk="1" latinLnBrk="0" hangingPunct="1">
        <a:spcBef>
          <a:spcPct val="0"/>
        </a:spcBef>
        <a:buNone/>
        <a:defRPr sz="2800" b="0" kern="1200" cap="all">
          <a:solidFill>
            <a:schemeClr val="bg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microsoft.com/office/2007/relationships/hdphoto" Target="../media/hdphoto1.wdp"/></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2.xml"/><Relationship Id="rId5" Type="http://schemas.openxmlformats.org/officeDocument/2006/relationships/image" Target="../media/image7.png"/><Relationship Id="rId4" Type="http://schemas.openxmlformats.org/officeDocument/2006/relationships/image" Target="../media/image6.png"/></Relationships>
</file>

<file path=ppt/slides/_rels/slide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8.jpeg"/><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5" name="Rectangle 14">
            <a:extLst>
              <a:ext uri="{FF2B5EF4-FFF2-40B4-BE49-F238E27FC236}">
                <a16:creationId xmlns:a16="http://schemas.microsoft.com/office/drawing/2014/main" id="{493D4EDA-58E0-40CC-B3CA-14CDEB349D24}"/>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7" name="Picture 6" descr="Digital Connections">
            <a:extLst>
              <a:ext uri="{FF2B5EF4-FFF2-40B4-BE49-F238E27FC236}">
                <a16:creationId xmlns:a16="http://schemas.microsoft.com/office/drawing/2014/main" id="{3840F91C-EDD0-4D4E-A4AB-E6C77856C88C}"/>
              </a:ext>
            </a:extLst>
          </p:cNvPr>
          <p:cNvPicPr>
            <a:picLocks noChangeAspect="1"/>
          </p:cNvPicPr>
          <p:nvPr/>
        </p:nvPicPr>
        <p:blipFill rotWithShape="1">
          <a:blip r:embed="rId3" cstate="screen">
            <a:extLst>
              <a:ext uri="{BEBA8EAE-BF5A-486C-A8C5-ECC9F3942E4B}">
                <a14:imgProps xmlns:a14="http://schemas.microsoft.com/office/drawing/2010/main">
                  <a14:imgLayer r:embed="rId4">
                    <a14:imgEffect>
                      <a14:artisticGlowEdges/>
                    </a14:imgEffect>
                  </a14:imgLayer>
                </a14:imgProps>
              </a:ext>
              <a:ext uri="{28A0092B-C50C-407E-A947-70E740481C1C}">
                <a14:useLocalDpi xmlns:a14="http://schemas.microsoft.com/office/drawing/2010/main"/>
              </a:ext>
            </a:extLst>
          </a:blip>
          <a:srcRect l="13265" t="9091" r="3502" b="-1"/>
          <a:stretch/>
        </p:blipFill>
        <p:spPr>
          <a:xfrm>
            <a:off x="-2500" y="0"/>
            <a:ext cx="12191980" cy="6857990"/>
          </a:xfrm>
          <a:prstGeom prst="rect">
            <a:avLst/>
          </a:prstGeom>
        </p:spPr>
      </p:pic>
      <p:grpSp>
        <p:nvGrpSpPr>
          <p:cNvPr id="17" name="Group 16">
            <a:extLst>
              <a:ext uri="{FF2B5EF4-FFF2-40B4-BE49-F238E27FC236}">
                <a16:creationId xmlns:a16="http://schemas.microsoft.com/office/drawing/2014/main" id="{AA9EB0BC-A85E-4C26-B355-5DFCEF6CCB49}"/>
              </a:ext>
              <a:ext uri="{C183D7F6-B498-43B3-948B-1728B52AA6E4}">
                <adec:decorative xmlns:adec="http://schemas.microsoft.com/office/drawing/2017/decorative" xmlns=""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46534" y="453643"/>
            <a:ext cx="11298933" cy="98554"/>
            <a:chOff x="446534" y="453643"/>
            <a:chExt cx="11298933" cy="98554"/>
          </a:xfrm>
        </p:grpSpPr>
        <p:sp>
          <p:nvSpPr>
            <p:cNvPr id="18" name="Rectangle 17">
              <a:extLst>
                <a:ext uri="{FF2B5EF4-FFF2-40B4-BE49-F238E27FC236}">
                  <a16:creationId xmlns:a16="http://schemas.microsoft.com/office/drawing/2014/main" id="{3643E56B-BD42-413D-B17D-7958270F5DE4}"/>
                </a:ext>
                <a:ext uri="{C183D7F6-B498-43B3-948B-1728B52AA6E4}">
                  <adec:decorative xmlns:adec="http://schemas.microsoft.com/office/drawing/2017/decorative" xmlns="" val="1"/>
                </a:ext>
              </a:extLst>
            </p:cNvPr>
            <p:cNvSpPr/>
            <p:nvPr>
              <p:extLst>
                <p:ext uri="{386F3935-93C4-4BCD-93E2-E3B085C9AB24}">
                  <p16:designElem xmlns:p16="http://schemas.microsoft.com/office/powerpoint/2015/main" val="1"/>
                </p:ext>
              </p:extLst>
            </p:nvPr>
          </p:nvSpPr>
          <p:spPr>
            <a:xfrm>
              <a:off x="446534" y="457200"/>
              <a:ext cx="3703320" cy="9499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19" name="Rectangle 18">
              <a:extLst>
                <a:ext uri="{FF2B5EF4-FFF2-40B4-BE49-F238E27FC236}">
                  <a16:creationId xmlns:a16="http://schemas.microsoft.com/office/drawing/2014/main" id="{96C04F74-9467-4FA5-95DC-8D481A29740E}"/>
                </a:ext>
                <a:ext uri="{C183D7F6-B498-43B3-948B-1728B52AA6E4}">
                  <adec:decorative xmlns:adec="http://schemas.microsoft.com/office/drawing/2017/decorative" xmlns="" val="1"/>
                </a:ext>
              </a:extLst>
            </p:cNvPr>
            <p:cNvSpPr/>
            <p:nvPr>
              <p:extLst>
                <p:ext uri="{386F3935-93C4-4BCD-93E2-E3B085C9AB24}">
                  <p16:designElem xmlns:p16="http://schemas.microsoft.com/office/powerpoint/2015/main" val="1"/>
                </p:ext>
              </p:extLst>
            </p:nvPr>
          </p:nvSpPr>
          <p:spPr>
            <a:xfrm>
              <a:off x="8042147" y="453643"/>
              <a:ext cx="3703320" cy="98554"/>
            </a:xfrm>
            <a:prstGeom prst="rect">
              <a:avLst/>
            </a:prstGeom>
            <a:solidFill>
              <a:schemeClr val="accent4"/>
            </a:solidFill>
            <a:ln>
              <a:noFill/>
            </a:ln>
            <a:effectLst/>
          </p:spPr>
          <p:style>
            <a:lnRef idx="1">
              <a:schemeClr val="accent1"/>
            </a:lnRef>
            <a:fillRef idx="3">
              <a:schemeClr val="accent1"/>
            </a:fillRef>
            <a:effectRef idx="2">
              <a:schemeClr val="accent1"/>
            </a:effectRef>
            <a:fontRef idx="minor">
              <a:schemeClr val="lt1"/>
            </a:fontRef>
          </p:style>
        </p:sp>
        <p:sp>
          <p:nvSpPr>
            <p:cNvPr id="20" name="Rectangle 19">
              <a:extLst>
                <a:ext uri="{FF2B5EF4-FFF2-40B4-BE49-F238E27FC236}">
                  <a16:creationId xmlns:a16="http://schemas.microsoft.com/office/drawing/2014/main" id="{D73DE1C3-5C37-42E9-A3F0-256F1938327C}"/>
                </a:ext>
                <a:ext uri="{C183D7F6-B498-43B3-948B-1728B52AA6E4}">
                  <adec:decorative xmlns:adec="http://schemas.microsoft.com/office/drawing/2017/decorative" xmlns="" val="1"/>
                </a:ext>
              </a:extLst>
            </p:cNvPr>
            <p:cNvSpPr/>
            <p:nvPr>
              <p:extLst>
                <p:ext uri="{386F3935-93C4-4BCD-93E2-E3B085C9AB24}">
                  <p16:designElem xmlns:p16="http://schemas.microsoft.com/office/powerpoint/2015/main" val="1"/>
                </p:ext>
              </p:extLst>
            </p:nvPr>
          </p:nvSpPr>
          <p:spPr>
            <a:xfrm>
              <a:off x="4241830" y="457200"/>
              <a:ext cx="3703320" cy="91440"/>
            </a:xfrm>
            <a:prstGeom prst="rect">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sp>
      </p:grpSp>
      <p:sp>
        <p:nvSpPr>
          <p:cNvPr id="22" name="Rectangle 21">
            <a:extLst>
              <a:ext uri="{FF2B5EF4-FFF2-40B4-BE49-F238E27FC236}">
                <a16:creationId xmlns:a16="http://schemas.microsoft.com/office/drawing/2014/main" id="{4A2E7EC3-E07C-46CE-9B25-41865A50681C}"/>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48732" y="4428067"/>
            <a:ext cx="11260667" cy="1962497"/>
          </a:xfrm>
          <a:prstGeom prst="rect">
            <a:avLst/>
          </a:prstGeom>
          <a:solidFill>
            <a:schemeClr val="accent1">
              <a:alpha val="97000"/>
            </a:schemeClr>
          </a:solidFill>
          <a:ln w="6350" cmpd="sng">
            <a:noFill/>
          </a:ln>
          <a:effectLst/>
        </p:spPr>
        <p:style>
          <a:lnRef idx="1">
            <a:schemeClr val="accent1"/>
          </a:lnRef>
          <a:fillRef idx="3">
            <a:schemeClr val="accent1"/>
          </a:fillRef>
          <a:effectRef idx="2">
            <a:schemeClr val="accent1"/>
          </a:effectRef>
          <a:fontRef idx="minor">
            <a:schemeClr val="lt1"/>
          </a:fontRef>
        </p:style>
      </p:sp>
      <p:sp>
        <p:nvSpPr>
          <p:cNvPr id="3" name="Subtitle 2">
            <a:extLst>
              <a:ext uri="{FF2B5EF4-FFF2-40B4-BE49-F238E27FC236}">
                <a16:creationId xmlns:a16="http://schemas.microsoft.com/office/drawing/2014/main" id="{48B6CF59-4E5B-494D-A2F7-97ADD01E6497}"/>
              </a:ext>
            </a:extLst>
          </p:cNvPr>
          <p:cNvSpPr>
            <a:spLocks noGrp="1"/>
          </p:cNvSpPr>
          <p:nvPr>
            <p:ph type="subTitle" idx="1"/>
          </p:nvPr>
        </p:nvSpPr>
        <p:spPr>
          <a:xfrm>
            <a:off x="3427523" y="4474059"/>
            <a:ext cx="3917949" cy="484822"/>
          </a:xfrm>
        </p:spPr>
        <p:txBody>
          <a:bodyPr>
            <a:normAutofit/>
          </a:bodyPr>
          <a:lstStyle/>
          <a:p>
            <a:r>
              <a:rPr lang="en-US" sz="1800" cap="none" dirty="0">
                <a:solidFill>
                  <a:srgbClr val="7CEBFF"/>
                </a:solidFill>
              </a:rPr>
              <a:t>Presented by:</a:t>
            </a:r>
          </a:p>
        </p:txBody>
      </p:sp>
      <p:sp>
        <p:nvSpPr>
          <p:cNvPr id="4" name="Rectangle 3">
            <a:extLst>
              <a:ext uri="{FF2B5EF4-FFF2-40B4-BE49-F238E27FC236}">
                <a16:creationId xmlns:a16="http://schemas.microsoft.com/office/drawing/2014/main" id="{48E993B3-3A07-4621-818C-6981C5A26AEB}"/>
              </a:ext>
            </a:extLst>
          </p:cNvPr>
          <p:cNvSpPr/>
          <p:nvPr/>
        </p:nvSpPr>
        <p:spPr>
          <a:xfrm>
            <a:off x="68826" y="2360962"/>
            <a:ext cx="12034684" cy="895244"/>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C02C5318-1A1E-49D0-B2E2-A4B0FA9E8A40}"/>
              </a:ext>
            </a:extLst>
          </p:cNvPr>
          <p:cNvSpPr>
            <a:spLocks noGrp="1"/>
          </p:cNvSpPr>
          <p:nvPr>
            <p:ph type="ctrTitle"/>
          </p:nvPr>
        </p:nvSpPr>
        <p:spPr>
          <a:xfrm>
            <a:off x="-273665" y="2388140"/>
            <a:ext cx="12734310" cy="654235"/>
          </a:xfrm>
        </p:spPr>
        <p:txBody>
          <a:bodyPr>
            <a:noAutofit/>
          </a:bodyPr>
          <a:lstStyle/>
          <a:p>
            <a:pPr algn="ctr"/>
            <a:r>
              <a:rPr lang="en-US" sz="3200" b="1" dirty="0">
                <a:solidFill>
                  <a:schemeClr val="bg1"/>
                </a:solidFill>
                <a:latin typeface="Adobe Heiti Std R" panose="020B0400000000000000" pitchFamily="34" charset="-128"/>
                <a:ea typeface="Adobe Heiti Std R" panose="020B0400000000000000" pitchFamily="34" charset="-128"/>
              </a:rPr>
              <a:t>Title: </a:t>
            </a:r>
            <a:r>
              <a:rPr lang="en-US" sz="3200" b="1" dirty="0">
                <a:solidFill>
                  <a:schemeClr val="bg1"/>
                </a:solidFill>
                <a:latin typeface="Adobe Heiti Std R" panose="020B0400000000000000" pitchFamily="34" charset="-128"/>
                <a:ea typeface="Adobe Heiti Std R" panose="020B0400000000000000" pitchFamily="34" charset="-128"/>
              </a:rPr>
              <a:t>Investigate Image Reconstruction by Using Classifiers</a:t>
            </a:r>
            <a:endParaRPr lang="en-US" sz="3200" b="1" dirty="0">
              <a:solidFill>
                <a:schemeClr val="bg1"/>
              </a:solidFill>
              <a:latin typeface="Adobe Heiti Std R" panose="020B0400000000000000" pitchFamily="34" charset="-128"/>
              <a:ea typeface="Adobe Heiti Std R" panose="020B0400000000000000" pitchFamily="34" charset="-128"/>
            </a:endParaRPr>
          </a:p>
        </p:txBody>
      </p:sp>
      <p:sp>
        <p:nvSpPr>
          <p:cNvPr id="14" name="Title 1">
            <a:extLst>
              <a:ext uri="{FF2B5EF4-FFF2-40B4-BE49-F238E27FC236}">
                <a16:creationId xmlns:a16="http://schemas.microsoft.com/office/drawing/2014/main" id="{E3BB60FB-745F-4A1C-9D3D-DA28F6C0B527}"/>
              </a:ext>
            </a:extLst>
          </p:cNvPr>
          <p:cNvSpPr txBox="1">
            <a:spLocks/>
          </p:cNvSpPr>
          <p:nvPr/>
        </p:nvSpPr>
        <p:spPr>
          <a:xfrm>
            <a:off x="144142" y="1812322"/>
            <a:ext cx="5136609" cy="483835"/>
          </a:xfrm>
          <a:prstGeom prst="rect">
            <a:avLst/>
          </a:prstGeom>
          <a:effectLst/>
        </p:spPr>
        <p:txBody>
          <a:bodyPr vert="horz" lIns="91440" tIns="45720" rIns="91440" bIns="45720" rtlCol="0" anchor="b">
            <a:noAutofit/>
          </a:bodyPr>
          <a:lstStyle>
            <a:lvl1pPr algn="l" defTabSz="457200" rtl="0" eaLnBrk="1" latinLnBrk="0" hangingPunct="1">
              <a:spcBef>
                <a:spcPct val="0"/>
              </a:spcBef>
              <a:buNone/>
              <a:defRPr sz="3600" b="0" kern="1200" cap="all">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pPr algn="ctr"/>
            <a:r>
              <a:rPr lang="en-US" sz="2000" b="1" dirty="0">
                <a:solidFill>
                  <a:schemeClr val="bg1"/>
                </a:solidFill>
                <a:effectLst>
                  <a:outerShdw blurRad="38100" dist="38100" dir="2700000" algn="tl">
                    <a:srgbClr val="000000">
                      <a:alpha val="43137"/>
                    </a:srgbClr>
                  </a:outerShdw>
                </a:effectLst>
                <a:latin typeface="Adobe Heiti Std R" panose="020B0400000000000000" pitchFamily="34" charset="-128"/>
                <a:ea typeface="Adobe Heiti Std R" panose="020B0400000000000000" pitchFamily="34" charset="-128"/>
              </a:rPr>
              <a:t>Software Engineering Project</a:t>
            </a:r>
          </a:p>
        </p:txBody>
      </p:sp>
      <p:sp>
        <p:nvSpPr>
          <p:cNvPr id="16" name="Subtitle 2">
            <a:extLst>
              <a:ext uri="{FF2B5EF4-FFF2-40B4-BE49-F238E27FC236}">
                <a16:creationId xmlns:a16="http://schemas.microsoft.com/office/drawing/2014/main" id="{7DB5EA1B-DF5D-43E0-9BAA-4F60762A3E8A}"/>
              </a:ext>
            </a:extLst>
          </p:cNvPr>
          <p:cNvSpPr txBox="1">
            <a:spLocks/>
          </p:cNvSpPr>
          <p:nvPr/>
        </p:nvSpPr>
        <p:spPr>
          <a:xfrm>
            <a:off x="3427523" y="4999559"/>
            <a:ext cx="4837222" cy="1141466"/>
          </a:xfrm>
          <a:prstGeom prst="rect">
            <a:avLst/>
          </a:prstGeom>
        </p:spPr>
        <p:txBody>
          <a:bodyPr vert="horz" lIns="91440" tIns="45720" rIns="91440" bIns="45720" rtlCol="0" anchor="t">
            <a:normAutofit/>
          </a:bodyPr>
          <a:lstStyle>
            <a:lvl1pPr marL="0" indent="0" algn="l" defTabSz="457200" rtl="0" eaLnBrk="1" latinLnBrk="0" hangingPunct="1">
              <a:spcBef>
                <a:spcPct val="20000"/>
              </a:spcBef>
              <a:spcAft>
                <a:spcPts val="600"/>
              </a:spcAft>
              <a:buClr>
                <a:schemeClr val="accent2"/>
              </a:buClr>
              <a:buSzPct val="92000"/>
              <a:buFont typeface="Wingdings 2" panose="05020102010507070707" pitchFamily="18" charset="2"/>
              <a:buNone/>
              <a:defRPr sz="1600" kern="1200" cap="all">
                <a:solidFill>
                  <a:schemeClr val="accent2"/>
                </a:solidFill>
                <a:latin typeface="+mn-lt"/>
                <a:ea typeface="+mn-ea"/>
                <a:cs typeface="+mn-cs"/>
              </a:defRPr>
            </a:lvl1pPr>
            <a:lvl2pPr marL="457200" indent="0" algn="ctr" defTabSz="457200" rtl="0" eaLnBrk="1" latinLnBrk="0" hangingPunct="1">
              <a:spcBef>
                <a:spcPct val="20000"/>
              </a:spcBef>
              <a:spcAft>
                <a:spcPts val="600"/>
              </a:spcAft>
              <a:buClr>
                <a:schemeClr val="accent2"/>
              </a:buClr>
              <a:buSzPct val="92000"/>
              <a:buFont typeface="Wingdings 2" panose="05020102010507070707" pitchFamily="18" charset="2"/>
              <a:buNone/>
              <a:defRPr sz="1600" kern="1200">
                <a:solidFill>
                  <a:schemeClr val="tx1">
                    <a:tint val="75000"/>
                  </a:schemeClr>
                </a:solidFill>
                <a:latin typeface="+mn-lt"/>
                <a:ea typeface="+mn-ea"/>
                <a:cs typeface="+mn-cs"/>
              </a:defRPr>
            </a:lvl2pPr>
            <a:lvl3pPr marL="914400" indent="0" algn="ctr" defTabSz="457200" rtl="0" eaLnBrk="1" latinLnBrk="0" hangingPunct="1">
              <a:spcBef>
                <a:spcPct val="20000"/>
              </a:spcBef>
              <a:spcAft>
                <a:spcPts val="600"/>
              </a:spcAft>
              <a:buClr>
                <a:schemeClr val="accent2"/>
              </a:buClr>
              <a:buSzPct val="92000"/>
              <a:buFont typeface="Wingdings 2" panose="05020102010507070707" pitchFamily="18" charset="2"/>
              <a:buNone/>
              <a:defRPr sz="1400" kern="1200">
                <a:solidFill>
                  <a:schemeClr val="tx1">
                    <a:tint val="75000"/>
                  </a:schemeClr>
                </a:solidFill>
                <a:latin typeface="+mn-lt"/>
                <a:ea typeface="+mn-ea"/>
                <a:cs typeface="+mn-cs"/>
              </a:defRPr>
            </a:lvl3pPr>
            <a:lvl4pPr marL="1371600" indent="0" algn="ctr" defTabSz="457200" rtl="0" eaLnBrk="1" latinLnBrk="0" hangingPunct="1">
              <a:spcBef>
                <a:spcPct val="20000"/>
              </a:spcBef>
              <a:spcAft>
                <a:spcPts val="600"/>
              </a:spcAft>
              <a:buClr>
                <a:schemeClr val="accent2"/>
              </a:buClr>
              <a:buSzPct val="92000"/>
              <a:buFont typeface="Wingdings 2" panose="05020102010507070707" pitchFamily="18" charset="2"/>
              <a:buNone/>
              <a:defRPr sz="1200" kern="1200">
                <a:solidFill>
                  <a:schemeClr val="tx1">
                    <a:tint val="75000"/>
                  </a:schemeClr>
                </a:solidFill>
                <a:latin typeface="+mn-lt"/>
                <a:ea typeface="+mn-ea"/>
                <a:cs typeface="+mn-cs"/>
              </a:defRPr>
            </a:lvl4pPr>
            <a:lvl5pPr marL="1828800" indent="0" algn="ctr" defTabSz="457200" rtl="0" eaLnBrk="1" latinLnBrk="0" hangingPunct="1">
              <a:spcBef>
                <a:spcPct val="20000"/>
              </a:spcBef>
              <a:spcAft>
                <a:spcPts val="600"/>
              </a:spcAft>
              <a:buClr>
                <a:schemeClr val="accent2"/>
              </a:buClr>
              <a:buSzPct val="92000"/>
              <a:buFont typeface="Wingdings 2" panose="05020102010507070707" pitchFamily="18" charset="2"/>
              <a:buNone/>
              <a:defRPr sz="1200" kern="1200">
                <a:solidFill>
                  <a:schemeClr val="tx1">
                    <a:tint val="75000"/>
                  </a:schemeClr>
                </a:solidFill>
                <a:latin typeface="+mn-lt"/>
                <a:ea typeface="+mn-ea"/>
                <a:cs typeface="+mn-cs"/>
              </a:defRPr>
            </a:lvl5pPr>
            <a:lvl6pPr marL="2286000" indent="0" algn="ctr" defTabSz="457200" rtl="0" eaLnBrk="1" latinLnBrk="0" hangingPunct="1">
              <a:spcBef>
                <a:spcPct val="20000"/>
              </a:spcBef>
              <a:spcAft>
                <a:spcPts val="600"/>
              </a:spcAft>
              <a:buClr>
                <a:schemeClr val="accent2"/>
              </a:buClr>
              <a:buSzPct val="92000"/>
              <a:buFont typeface="Wingdings 2" panose="05020102010507070707" pitchFamily="18" charset="2"/>
              <a:buNone/>
              <a:defRPr sz="1200" kern="1200">
                <a:solidFill>
                  <a:schemeClr val="tx1">
                    <a:tint val="75000"/>
                  </a:schemeClr>
                </a:solidFill>
                <a:latin typeface="+mn-lt"/>
                <a:ea typeface="+mn-ea"/>
                <a:cs typeface="+mn-cs"/>
              </a:defRPr>
            </a:lvl6pPr>
            <a:lvl7pPr marL="2743200" indent="0" algn="ctr" defTabSz="457200" rtl="0" eaLnBrk="1" latinLnBrk="0" hangingPunct="1">
              <a:spcBef>
                <a:spcPct val="20000"/>
              </a:spcBef>
              <a:spcAft>
                <a:spcPts val="600"/>
              </a:spcAft>
              <a:buClr>
                <a:schemeClr val="accent2"/>
              </a:buClr>
              <a:buSzPct val="92000"/>
              <a:buFont typeface="Wingdings 2" panose="05020102010507070707" pitchFamily="18" charset="2"/>
              <a:buNone/>
              <a:defRPr sz="1200" kern="1200">
                <a:solidFill>
                  <a:schemeClr val="tx1">
                    <a:tint val="75000"/>
                  </a:schemeClr>
                </a:solidFill>
                <a:latin typeface="+mn-lt"/>
                <a:ea typeface="+mn-ea"/>
                <a:cs typeface="+mn-cs"/>
              </a:defRPr>
            </a:lvl7pPr>
            <a:lvl8pPr marL="3200400" indent="0" algn="ctr" defTabSz="457200" rtl="0" eaLnBrk="1" latinLnBrk="0" hangingPunct="1">
              <a:spcBef>
                <a:spcPct val="20000"/>
              </a:spcBef>
              <a:spcAft>
                <a:spcPts val="600"/>
              </a:spcAft>
              <a:buClr>
                <a:schemeClr val="accent2"/>
              </a:buClr>
              <a:buSzPct val="92000"/>
              <a:buFont typeface="Wingdings 2" panose="05020102010507070707" pitchFamily="18" charset="2"/>
              <a:buNone/>
              <a:defRPr sz="1200" kern="1200">
                <a:solidFill>
                  <a:schemeClr val="tx1">
                    <a:tint val="75000"/>
                  </a:schemeClr>
                </a:solidFill>
                <a:latin typeface="+mn-lt"/>
                <a:ea typeface="+mn-ea"/>
                <a:cs typeface="+mn-cs"/>
              </a:defRPr>
            </a:lvl8pPr>
            <a:lvl9pPr marL="3657600" indent="0" algn="ctr" defTabSz="457200" rtl="0" eaLnBrk="1" latinLnBrk="0" hangingPunct="1">
              <a:spcBef>
                <a:spcPct val="20000"/>
              </a:spcBef>
              <a:spcAft>
                <a:spcPts val="600"/>
              </a:spcAft>
              <a:buClr>
                <a:schemeClr val="accent2"/>
              </a:buClr>
              <a:buSzPct val="92000"/>
              <a:buFont typeface="Wingdings 2" panose="05020102010507070707" pitchFamily="18" charset="2"/>
              <a:buNone/>
              <a:defRPr sz="1200" kern="1200">
                <a:solidFill>
                  <a:schemeClr val="tx1">
                    <a:tint val="75000"/>
                  </a:schemeClr>
                </a:solidFill>
                <a:latin typeface="+mn-lt"/>
                <a:ea typeface="+mn-ea"/>
                <a:cs typeface="+mn-cs"/>
              </a:defRPr>
            </a:lvl9pPr>
          </a:lstStyle>
          <a:p>
            <a:r>
              <a:rPr lang="en-US" sz="1400" cap="none" dirty="0" smtClean="0">
                <a:solidFill>
                  <a:schemeClr val="bg1"/>
                </a:solidFill>
                <a:latin typeface="Adobe Fan Heiti Std B" panose="020B0700000000000000" pitchFamily="34" charset="-128"/>
                <a:ea typeface="Adobe Fan Heiti Std B" panose="020B0700000000000000" pitchFamily="34" charset="-128"/>
              </a:rPr>
              <a:t>Abdul Wahab</a:t>
            </a:r>
            <a:r>
              <a:rPr lang="en-US" sz="1400" cap="none" dirty="0" smtClean="0">
                <a:solidFill>
                  <a:schemeClr val="bg1"/>
                </a:solidFill>
                <a:latin typeface="Adobe Fan Heiti Std B" panose="020B0700000000000000" pitchFamily="34" charset="-128"/>
                <a:ea typeface="Adobe Fan Heiti Std B" panose="020B0700000000000000" pitchFamily="34" charset="-128"/>
              </a:rPr>
              <a:t>                      -	         1447523</a:t>
            </a:r>
            <a:endParaRPr lang="en-US" sz="1400" cap="none" dirty="0">
              <a:solidFill>
                <a:schemeClr val="bg1"/>
              </a:solidFill>
              <a:latin typeface="Adobe Fan Heiti Std B" panose="020B0700000000000000" pitchFamily="34" charset="-128"/>
              <a:ea typeface="Adobe Fan Heiti Std B" panose="020B0700000000000000" pitchFamily="34" charset="-128"/>
            </a:endParaRPr>
          </a:p>
          <a:p>
            <a:r>
              <a:rPr lang="en-US" sz="1400" cap="none" dirty="0" err="1" smtClean="0">
                <a:solidFill>
                  <a:schemeClr val="bg1"/>
                </a:solidFill>
                <a:latin typeface="Adobe Fan Heiti Std B" panose="020B0700000000000000" pitchFamily="34" charset="-128"/>
                <a:ea typeface="Adobe Fan Heiti Std B" panose="020B0700000000000000" pitchFamily="34" charset="-128"/>
              </a:rPr>
              <a:t>Romana</a:t>
            </a:r>
            <a:r>
              <a:rPr lang="en-US" sz="1400" cap="none" dirty="0" smtClean="0">
                <a:solidFill>
                  <a:schemeClr val="bg1"/>
                </a:solidFill>
                <a:latin typeface="Adobe Fan Heiti Std B" panose="020B0700000000000000" pitchFamily="34" charset="-128"/>
                <a:ea typeface="Adobe Fan Heiti Std B" panose="020B0700000000000000" pitchFamily="34" charset="-128"/>
              </a:rPr>
              <a:t> Rashid</a:t>
            </a:r>
            <a:r>
              <a:rPr lang="en-US" sz="1400" cap="none" dirty="0" smtClean="0">
                <a:solidFill>
                  <a:schemeClr val="bg1"/>
                </a:solidFill>
                <a:latin typeface="Adobe Fan Heiti Std B" panose="020B0700000000000000" pitchFamily="34" charset="-128"/>
                <a:ea typeface="Adobe Fan Heiti Std B" panose="020B0700000000000000" pitchFamily="34" charset="-128"/>
              </a:rPr>
              <a:t>                 -</a:t>
            </a:r>
            <a:r>
              <a:rPr lang="en-US" sz="1400" cap="none" dirty="0">
                <a:solidFill>
                  <a:schemeClr val="bg1"/>
                </a:solidFill>
                <a:latin typeface="Adobe Fan Heiti Std B" panose="020B0700000000000000" pitchFamily="34" charset="-128"/>
                <a:ea typeface="Adobe Fan Heiti Std B" panose="020B0700000000000000" pitchFamily="34" charset="-128"/>
              </a:rPr>
              <a:t> </a:t>
            </a:r>
            <a:r>
              <a:rPr lang="en-US" sz="1400" cap="none" dirty="0" smtClean="0">
                <a:solidFill>
                  <a:schemeClr val="bg1"/>
                </a:solidFill>
                <a:latin typeface="Adobe Fan Heiti Std B" panose="020B0700000000000000" pitchFamily="34" charset="-128"/>
                <a:ea typeface="Adobe Fan Heiti Std B" panose="020B0700000000000000" pitchFamily="34" charset="-128"/>
              </a:rPr>
              <a:t>             1428733</a:t>
            </a:r>
            <a:endParaRPr lang="en-US" sz="1400" cap="none" dirty="0">
              <a:solidFill>
                <a:schemeClr val="bg1"/>
              </a:solidFill>
              <a:latin typeface="Adobe Fan Heiti Std B" panose="020B0700000000000000" pitchFamily="34" charset="-128"/>
              <a:ea typeface="Adobe Fan Heiti Std B" panose="020B0700000000000000" pitchFamily="34" charset="-128"/>
            </a:endParaRPr>
          </a:p>
          <a:p>
            <a:r>
              <a:rPr lang="en-US" sz="1400" cap="none" dirty="0" err="1" smtClean="0">
                <a:solidFill>
                  <a:schemeClr val="bg1"/>
                </a:solidFill>
                <a:latin typeface="Adobe Fan Heiti Std B" panose="020B0700000000000000" pitchFamily="34" charset="-128"/>
                <a:ea typeface="Adobe Fan Heiti Std B" panose="020B0700000000000000" pitchFamily="34" charset="-128"/>
              </a:rPr>
              <a:t>Nishat</a:t>
            </a:r>
            <a:r>
              <a:rPr lang="en-US" sz="1400" cap="none" dirty="0" smtClean="0">
                <a:solidFill>
                  <a:schemeClr val="bg1"/>
                </a:solidFill>
                <a:latin typeface="Adobe Fan Heiti Std B" panose="020B0700000000000000" pitchFamily="34" charset="-128"/>
                <a:ea typeface="Adobe Fan Heiti Std B" panose="020B0700000000000000" pitchFamily="34" charset="-128"/>
              </a:rPr>
              <a:t> </a:t>
            </a:r>
            <a:r>
              <a:rPr lang="en-US" sz="1400" cap="none" dirty="0" smtClean="0">
                <a:solidFill>
                  <a:schemeClr val="bg1"/>
                </a:solidFill>
                <a:latin typeface="Adobe Fan Heiti Std B" panose="020B0700000000000000" pitchFamily="34" charset="-128"/>
                <a:ea typeface="Adobe Fan Heiti Std B" panose="020B0700000000000000" pitchFamily="34" charset="-128"/>
              </a:rPr>
              <a:t>Tasnim </a:t>
            </a:r>
            <a:r>
              <a:rPr lang="en-US" sz="1400" cap="none" dirty="0">
                <a:solidFill>
                  <a:schemeClr val="bg1"/>
                </a:solidFill>
                <a:latin typeface="Adobe Fan Heiti Std B" panose="020B0700000000000000" pitchFamily="34" charset="-128"/>
                <a:ea typeface="Adobe Fan Heiti Std B" panose="020B0700000000000000" pitchFamily="34" charset="-128"/>
              </a:rPr>
              <a:t>Nabila </a:t>
            </a:r>
            <a:r>
              <a:rPr lang="en-US" sz="1400" cap="none" dirty="0" smtClean="0">
                <a:solidFill>
                  <a:schemeClr val="bg1"/>
                </a:solidFill>
                <a:latin typeface="Adobe Fan Heiti Std B" panose="020B0700000000000000" pitchFamily="34" charset="-128"/>
                <a:ea typeface="Adobe Fan Heiti Std B" panose="020B0700000000000000" pitchFamily="34" charset="-128"/>
              </a:rPr>
              <a:t>       </a:t>
            </a:r>
            <a:r>
              <a:rPr lang="en-US" sz="1400" cap="none" dirty="0">
                <a:solidFill>
                  <a:schemeClr val="bg1"/>
                </a:solidFill>
                <a:latin typeface="Adobe Fan Heiti Std B" panose="020B0700000000000000" pitchFamily="34" charset="-128"/>
                <a:ea typeface="Adobe Fan Heiti Std B" panose="020B0700000000000000" pitchFamily="34" charset="-128"/>
              </a:rPr>
              <a:t>-	</a:t>
            </a:r>
            <a:r>
              <a:rPr lang="en-US" sz="1400" cap="none" dirty="0">
                <a:solidFill>
                  <a:schemeClr val="bg1"/>
                </a:solidFill>
                <a:latin typeface="Adobe Fan Heiti Std B" panose="020B0700000000000000" pitchFamily="34" charset="-128"/>
                <a:ea typeface="Adobe Fan Heiti Std B" panose="020B0700000000000000" pitchFamily="34" charset="-128"/>
              </a:rPr>
              <a:t>          1502853</a:t>
            </a:r>
            <a:endParaRPr lang="en-US" sz="1400" cap="none" dirty="0">
              <a:solidFill>
                <a:schemeClr val="bg1"/>
              </a:solidFill>
              <a:latin typeface="Adobe Fan Heiti Std B" panose="020B0700000000000000" pitchFamily="34" charset="-128"/>
              <a:ea typeface="Adobe Fan Heiti Std B" panose="020B0700000000000000" pitchFamily="34" charset="-128"/>
            </a:endParaRPr>
          </a:p>
        </p:txBody>
      </p:sp>
      <p:sp>
        <p:nvSpPr>
          <p:cNvPr id="5" name="Subtitle 2">
            <a:extLst>
              <a:ext uri="{FF2B5EF4-FFF2-40B4-BE49-F238E27FC236}">
                <a16:creationId xmlns:a16="http://schemas.microsoft.com/office/drawing/2014/main" id="{982145DE-EBDD-9618-0948-A8BB8D8F5ECB}"/>
              </a:ext>
            </a:extLst>
          </p:cNvPr>
          <p:cNvSpPr txBox="1">
            <a:spLocks/>
          </p:cNvSpPr>
          <p:nvPr/>
        </p:nvSpPr>
        <p:spPr>
          <a:xfrm>
            <a:off x="7708275" y="5008256"/>
            <a:ext cx="2352033" cy="382101"/>
          </a:xfrm>
          <a:prstGeom prst="rect">
            <a:avLst/>
          </a:prstGeom>
        </p:spPr>
        <p:txBody>
          <a:bodyPr vert="horz" lIns="91440" tIns="45720" rIns="91440" bIns="45720" rtlCol="0" anchor="t">
            <a:normAutofit/>
          </a:bodyPr>
          <a:lstStyle>
            <a:lvl1pPr marL="0" indent="0" algn="l" defTabSz="457200" rtl="0" eaLnBrk="1" latinLnBrk="0" hangingPunct="1">
              <a:spcBef>
                <a:spcPct val="20000"/>
              </a:spcBef>
              <a:spcAft>
                <a:spcPts val="600"/>
              </a:spcAft>
              <a:buClr>
                <a:schemeClr val="accent2"/>
              </a:buClr>
              <a:buSzPct val="92000"/>
              <a:buFont typeface="Wingdings 2" panose="05020102010507070707" pitchFamily="18" charset="2"/>
              <a:buNone/>
              <a:defRPr sz="1600" kern="1200" cap="all">
                <a:solidFill>
                  <a:schemeClr val="accent2"/>
                </a:solidFill>
                <a:latin typeface="+mn-lt"/>
                <a:ea typeface="+mn-ea"/>
                <a:cs typeface="+mn-cs"/>
              </a:defRPr>
            </a:lvl1pPr>
            <a:lvl2pPr marL="457200" indent="0" algn="ctr" defTabSz="457200" rtl="0" eaLnBrk="1" latinLnBrk="0" hangingPunct="1">
              <a:spcBef>
                <a:spcPct val="20000"/>
              </a:spcBef>
              <a:spcAft>
                <a:spcPts val="600"/>
              </a:spcAft>
              <a:buClr>
                <a:schemeClr val="accent2"/>
              </a:buClr>
              <a:buSzPct val="92000"/>
              <a:buFont typeface="Wingdings 2" panose="05020102010507070707" pitchFamily="18" charset="2"/>
              <a:buNone/>
              <a:defRPr sz="1600" kern="1200">
                <a:solidFill>
                  <a:schemeClr val="tx1">
                    <a:tint val="75000"/>
                  </a:schemeClr>
                </a:solidFill>
                <a:latin typeface="+mn-lt"/>
                <a:ea typeface="+mn-ea"/>
                <a:cs typeface="+mn-cs"/>
              </a:defRPr>
            </a:lvl2pPr>
            <a:lvl3pPr marL="914400" indent="0" algn="ctr" defTabSz="457200" rtl="0" eaLnBrk="1" latinLnBrk="0" hangingPunct="1">
              <a:spcBef>
                <a:spcPct val="20000"/>
              </a:spcBef>
              <a:spcAft>
                <a:spcPts val="600"/>
              </a:spcAft>
              <a:buClr>
                <a:schemeClr val="accent2"/>
              </a:buClr>
              <a:buSzPct val="92000"/>
              <a:buFont typeface="Wingdings 2" panose="05020102010507070707" pitchFamily="18" charset="2"/>
              <a:buNone/>
              <a:defRPr sz="1400" kern="1200">
                <a:solidFill>
                  <a:schemeClr val="tx1">
                    <a:tint val="75000"/>
                  </a:schemeClr>
                </a:solidFill>
                <a:latin typeface="+mn-lt"/>
                <a:ea typeface="+mn-ea"/>
                <a:cs typeface="+mn-cs"/>
              </a:defRPr>
            </a:lvl3pPr>
            <a:lvl4pPr marL="1371600" indent="0" algn="ctr" defTabSz="457200" rtl="0" eaLnBrk="1" latinLnBrk="0" hangingPunct="1">
              <a:spcBef>
                <a:spcPct val="20000"/>
              </a:spcBef>
              <a:spcAft>
                <a:spcPts val="600"/>
              </a:spcAft>
              <a:buClr>
                <a:schemeClr val="accent2"/>
              </a:buClr>
              <a:buSzPct val="92000"/>
              <a:buFont typeface="Wingdings 2" panose="05020102010507070707" pitchFamily="18" charset="2"/>
              <a:buNone/>
              <a:defRPr sz="1200" kern="1200">
                <a:solidFill>
                  <a:schemeClr val="tx1">
                    <a:tint val="75000"/>
                  </a:schemeClr>
                </a:solidFill>
                <a:latin typeface="+mn-lt"/>
                <a:ea typeface="+mn-ea"/>
                <a:cs typeface="+mn-cs"/>
              </a:defRPr>
            </a:lvl4pPr>
            <a:lvl5pPr marL="1828800" indent="0" algn="ctr" defTabSz="457200" rtl="0" eaLnBrk="1" latinLnBrk="0" hangingPunct="1">
              <a:spcBef>
                <a:spcPct val="20000"/>
              </a:spcBef>
              <a:spcAft>
                <a:spcPts val="600"/>
              </a:spcAft>
              <a:buClr>
                <a:schemeClr val="accent2"/>
              </a:buClr>
              <a:buSzPct val="92000"/>
              <a:buFont typeface="Wingdings 2" panose="05020102010507070707" pitchFamily="18" charset="2"/>
              <a:buNone/>
              <a:defRPr sz="1200" kern="1200">
                <a:solidFill>
                  <a:schemeClr val="tx1">
                    <a:tint val="75000"/>
                  </a:schemeClr>
                </a:solidFill>
                <a:latin typeface="+mn-lt"/>
                <a:ea typeface="+mn-ea"/>
                <a:cs typeface="+mn-cs"/>
              </a:defRPr>
            </a:lvl5pPr>
            <a:lvl6pPr marL="2286000" indent="0" algn="ctr" defTabSz="457200" rtl="0" eaLnBrk="1" latinLnBrk="0" hangingPunct="1">
              <a:spcBef>
                <a:spcPct val="20000"/>
              </a:spcBef>
              <a:spcAft>
                <a:spcPts val="600"/>
              </a:spcAft>
              <a:buClr>
                <a:schemeClr val="accent2"/>
              </a:buClr>
              <a:buSzPct val="92000"/>
              <a:buFont typeface="Wingdings 2" panose="05020102010507070707" pitchFamily="18" charset="2"/>
              <a:buNone/>
              <a:defRPr sz="1200" kern="1200">
                <a:solidFill>
                  <a:schemeClr val="tx1">
                    <a:tint val="75000"/>
                  </a:schemeClr>
                </a:solidFill>
                <a:latin typeface="+mn-lt"/>
                <a:ea typeface="+mn-ea"/>
                <a:cs typeface="+mn-cs"/>
              </a:defRPr>
            </a:lvl6pPr>
            <a:lvl7pPr marL="2743200" indent="0" algn="ctr" defTabSz="457200" rtl="0" eaLnBrk="1" latinLnBrk="0" hangingPunct="1">
              <a:spcBef>
                <a:spcPct val="20000"/>
              </a:spcBef>
              <a:spcAft>
                <a:spcPts val="600"/>
              </a:spcAft>
              <a:buClr>
                <a:schemeClr val="accent2"/>
              </a:buClr>
              <a:buSzPct val="92000"/>
              <a:buFont typeface="Wingdings 2" panose="05020102010507070707" pitchFamily="18" charset="2"/>
              <a:buNone/>
              <a:defRPr sz="1200" kern="1200">
                <a:solidFill>
                  <a:schemeClr val="tx1">
                    <a:tint val="75000"/>
                  </a:schemeClr>
                </a:solidFill>
                <a:latin typeface="+mn-lt"/>
                <a:ea typeface="+mn-ea"/>
                <a:cs typeface="+mn-cs"/>
              </a:defRPr>
            </a:lvl7pPr>
            <a:lvl8pPr marL="3200400" indent="0" algn="ctr" defTabSz="457200" rtl="0" eaLnBrk="1" latinLnBrk="0" hangingPunct="1">
              <a:spcBef>
                <a:spcPct val="20000"/>
              </a:spcBef>
              <a:spcAft>
                <a:spcPts val="600"/>
              </a:spcAft>
              <a:buClr>
                <a:schemeClr val="accent2"/>
              </a:buClr>
              <a:buSzPct val="92000"/>
              <a:buFont typeface="Wingdings 2" panose="05020102010507070707" pitchFamily="18" charset="2"/>
              <a:buNone/>
              <a:defRPr sz="1200" kern="1200">
                <a:solidFill>
                  <a:schemeClr val="tx1">
                    <a:tint val="75000"/>
                  </a:schemeClr>
                </a:solidFill>
                <a:latin typeface="+mn-lt"/>
                <a:ea typeface="+mn-ea"/>
                <a:cs typeface="+mn-cs"/>
              </a:defRPr>
            </a:lvl8pPr>
            <a:lvl9pPr marL="3657600" indent="0" algn="ctr" defTabSz="457200" rtl="0" eaLnBrk="1" latinLnBrk="0" hangingPunct="1">
              <a:spcBef>
                <a:spcPct val="20000"/>
              </a:spcBef>
              <a:spcAft>
                <a:spcPts val="600"/>
              </a:spcAft>
              <a:buClr>
                <a:schemeClr val="accent2"/>
              </a:buClr>
              <a:buSzPct val="92000"/>
              <a:buFont typeface="Wingdings 2" panose="05020102010507070707" pitchFamily="18" charset="2"/>
              <a:buNone/>
              <a:defRPr sz="1200" kern="1200">
                <a:solidFill>
                  <a:schemeClr val="tx1">
                    <a:tint val="75000"/>
                  </a:schemeClr>
                </a:solidFill>
                <a:latin typeface="+mn-lt"/>
                <a:ea typeface="+mn-ea"/>
                <a:cs typeface="+mn-cs"/>
              </a:defRPr>
            </a:lvl9pPr>
          </a:lstStyle>
          <a:p>
            <a:r>
              <a:rPr lang="en-US" sz="1400" cap="none" dirty="0">
                <a:solidFill>
                  <a:schemeClr val="bg1"/>
                </a:solidFill>
                <a:latin typeface="Adobe Fan Heiti Std B" panose="020B0700000000000000" pitchFamily="34" charset="-128"/>
                <a:ea typeface="Adobe Fan Heiti Std B" panose="020B0700000000000000" pitchFamily="34" charset="-128"/>
              </a:rPr>
              <a:t>Prof. Damir </a:t>
            </a:r>
            <a:r>
              <a:rPr lang="en-US" sz="1400" cap="none" dirty="0" err="1">
                <a:solidFill>
                  <a:schemeClr val="bg1"/>
                </a:solidFill>
                <a:latin typeface="Adobe Fan Heiti Std B" panose="020B0700000000000000" pitchFamily="34" charset="-128"/>
                <a:ea typeface="Adobe Fan Heiti Std B" panose="020B0700000000000000" pitchFamily="34" charset="-128"/>
              </a:rPr>
              <a:t>Dobric</a:t>
            </a:r>
            <a:endParaRPr lang="en-US" sz="1400" cap="none" dirty="0">
              <a:solidFill>
                <a:schemeClr val="bg1"/>
              </a:solidFill>
              <a:latin typeface="Adobe Fan Heiti Std B" panose="020B0700000000000000" pitchFamily="34" charset="-128"/>
              <a:ea typeface="Adobe Fan Heiti Std B" panose="020B0700000000000000" pitchFamily="34" charset="-128"/>
            </a:endParaRPr>
          </a:p>
        </p:txBody>
      </p:sp>
      <p:sp>
        <p:nvSpPr>
          <p:cNvPr id="8" name="Subtitle 2">
            <a:extLst>
              <a:ext uri="{FF2B5EF4-FFF2-40B4-BE49-F238E27FC236}">
                <a16:creationId xmlns:a16="http://schemas.microsoft.com/office/drawing/2014/main" id="{D8BC22B3-34DA-B6D4-6A37-254307FBD455}"/>
              </a:ext>
            </a:extLst>
          </p:cNvPr>
          <p:cNvSpPr txBox="1">
            <a:spLocks/>
          </p:cNvSpPr>
          <p:nvPr/>
        </p:nvSpPr>
        <p:spPr>
          <a:xfrm>
            <a:off x="7596298" y="4520050"/>
            <a:ext cx="3166952" cy="484822"/>
          </a:xfrm>
          <a:prstGeom prst="rect">
            <a:avLst/>
          </a:prstGeom>
        </p:spPr>
        <p:txBody>
          <a:bodyPr vert="horz" lIns="91440" tIns="45720" rIns="91440" bIns="45720" rtlCol="0" anchor="t">
            <a:normAutofit/>
          </a:bodyPr>
          <a:lstStyle>
            <a:lvl1pPr marL="0" indent="0" algn="l" defTabSz="457200" rtl="0" eaLnBrk="1" latinLnBrk="0" hangingPunct="1">
              <a:spcBef>
                <a:spcPct val="20000"/>
              </a:spcBef>
              <a:spcAft>
                <a:spcPts val="600"/>
              </a:spcAft>
              <a:buClr>
                <a:schemeClr val="accent2"/>
              </a:buClr>
              <a:buSzPct val="92000"/>
              <a:buFont typeface="Wingdings 2" panose="05020102010507070707" pitchFamily="18" charset="2"/>
              <a:buNone/>
              <a:defRPr sz="1600" kern="1200" cap="all">
                <a:solidFill>
                  <a:schemeClr val="accent2"/>
                </a:solidFill>
                <a:latin typeface="+mn-lt"/>
                <a:ea typeface="+mn-ea"/>
                <a:cs typeface="+mn-cs"/>
              </a:defRPr>
            </a:lvl1pPr>
            <a:lvl2pPr marL="457200" indent="0" algn="ctr" defTabSz="457200" rtl="0" eaLnBrk="1" latinLnBrk="0" hangingPunct="1">
              <a:spcBef>
                <a:spcPct val="20000"/>
              </a:spcBef>
              <a:spcAft>
                <a:spcPts val="600"/>
              </a:spcAft>
              <a:buClr>
                <a:schemeClr val="accent2"/>
              </a:buClr>
              <a:buSzPct val="92000"/>
              <a:buFont typeface="Wingdings 2" panose="05020102010507070707" pitchFamily="18" charset="2"/>
              <a:buNone/>
              <a:defRPr sz="1600" kern="1200">
                <a:solidFill>
                  <a:schemeClr val="tx1">
                    <a:tint val="75000"/>
                  </a:schemeClr>
                </a:solidFill>
                <a:latin typeface="+mn-lt"/>
                <a:ea typeface="+mn-ea"/>
                <a:cs typeface="+mn-cs"/>
              </a:defRPr>
            </a:lvl2pPr>
            <a:lvl3pPr marL="914400" indent="0" algn="ctr" defTabSz="457200" rtl="0" eaLnBrk="1" latinLnBrk="0" hangingPunct="1">
              <a:spcBef>
                <a:spcPct val="20000"/>
              </a:spcBef>
              <a:spcAft>
                <a:spcPts val="600"/>
              </a:spcAft>
              <a:buClr>
                <a:schemeClr val="accent2"/>
              </a:buClr>
              <a:buSzPct val="92000"/>
              <a:buFont typeface="Wingdings 2" panose="05020102010507070707" pitchFamily="18" charset="2"/>
              <a:buNone/>
              <a:defRPr sz="1400" kern="1200">
                <a:solidFill>
                  <a:schemeClr val="tx1">
                    <a:tint val="75000"/>
                  </a:schemeClr>
                </a:solidFill>
                <a:latin typeface="+mn-lt"/>
                <a:ea typeface="+mn-ea"/>
                <a:cs typeface="+mn-cs"/>
              </a:defRPr>
            </a:lvl3pPr>
            <a:lvl4pPr marL="1371600" indent="0" algn="ctr" defTabSz="457200" rtl="0" eaLnBrk="1" latinLnBrk="0" hangingPunct="1">
              <a:spcBef>
                <a:spcPct val="20000"/>
              </a:spcBef>
              <a:spcAft>
                <a:spcPts val="600"/>
              </a:spcAft>
              <a:buClr>
                <a:schemeClr val="accent2"/>
              </a:buClr>
              <a:buSzPct val="92000"/>
              <a:buFont typeface="Wingdings 2" panose="05020102010507070707" pitchFamily="18" charset="2"/>
              <a:buNone/>
              <a:defRPr sz="1200" kern="1200">
                <a:solidFill>
                  <a:schemeClr val="tx1">
                    <a:tint val="75000"/>
                  </a:schemeClr>
                </a:solidFill>
                <a:latin typeface="+mn-lt"/>
                <a:ea typeface="+mn-ea"/>
                <a:cs typeface="+mn-cs"/>
              </a:defRPr>
            </a:lvl4pPr>
            <a:lvl5pPr marL="1828800" indent="0" algn="ctr" defTabSz="457200" rtl="0" eaLnBrk="1" latinLnBrk="0" hangingPunct="1">
              <a:spcBef>
                <a:spcPct val="20000"/>
              </a:spcBef>
              <a:spcAft>
                <a:spcPts val="600"/>
              </a:spcAft>
              <a:buClr>
                <a:schemeClr val="accent2"/>
              </a:buClr>
              <a:buSzPct val="92000"/>
              <a:buFont typeface="Wingdings 2" panose="05020102010507070707" pitchFamily="18" charset="2"/>
              <a:buNone/>
              <a:defRPr sz="1200" kern="1200">
                <a:solidFill>
                  <a:schemeClr val="tx1">
                    <a:tint val="75000"/>
                  </a:schemeClr>
                </a:solidFill>
                <a:latin typeface="+mn-lt"/>
                <a:ea typeface="+mn-ea"/>
                <a:cs typeface="+mn-cs"/>
              </a:defRPr>
            </a:lvl5pPr>
            <a:lvl6pPr marL="2286000" indent="0" algn="ctr" defTabSz="457200" rtl="0" eaLnBrk="1" latinLnBrk="0" hangingPunct="1">
              <a:spcBef>
                <a:spcPct val="20000"/>
              </a:spcBef>
              <a:spcAft>
                <a:spcPts val="600"/>
              </a:spcAft>
              <a:buClr>
                <a:schemeClr val="accent2"/>
              </a:buClr>
              <a:buSzPct val="92000"/>
              <a:buFont typeface="Wingdings 2" panose="05020102010507070707" pitchFamily="18" charset="2"/>
              <a:buNone/>
              <a:defRPr sz="1200" kern="1200">
                <a:solidFill>
                  <a:schemeClr val="tx1">
                    <a:tint val="75000"/>
                  </a:schemeClr>
                </a:solidFill>
                <a:latin typeface="+mn-lt"/>
                <a:ea typeface="+mn-ea"/>
                <a:cs typeface="+mn-cs"/>
              </a:defRPr>
            </a:lvl6pPr>
            <a:lvl7pPr marL="2743200" indent="0" algn="ctr" defTabSz="457200" rtl="0" eaLnBrk="1" latinLnBrk="0" hangingPunct="1">
              <a:spcBef>
                <a:spcPct val="20000"/>
              </a:spcBef>
              <a:spcAft>
                <a:spcPts val="600"/>
              </a:spcAft>
              <a:buClr>
                <a:schemeClr val="accent2"/>
              </a:buClr>
              <a:buSzPct val="92000"/>
              <a:buFont typeface="Wingdings 2" panose="05020102010507070707" pitchFamily="18" charset="2"/>
              <a:buNone/>
              <a:defRPr sz="1200" kern="1200">
                <a:solidFill>
                  <a:schemeClr val="tx1">
                    <a:tint val="75000"/>
                  </a:schemeClr>
                </a:solidFill>
                <a:latin typeface="+mn-lt"/>
                <a:ea typeface="+mn-ea"/>
                <a:cs typeface="+mn-cs"/>
              </a:defRPr>
            </a:lvl7pPr>
            <a:lvl8pPr marL="3200400" indent="0" algn="ctr" defTabSz="457200" rtl="0" eaLnBrk="1" latinLnBrk="0" hangingPunct="1">
              <a:spcBef>
                <a:spcPct val="20000"/>
              </a:spcBef>
              <a:spcAft>
                <a:spcPts val="600"/>
              </a:spcAft>
              <a:buClr>
                <a:schemeClr val="accent2"/>
              </a:buClr>
              <a:buSzPct val="92000"/>
              <a:buFont typeface="Wingdings 2" panose="05020102010507070707" pitchFamily="18" charset="2"/>
              <a:buNone/>
              <a:defRPr sz="1200" kern="1200">
                <a:solidFill>
                  <a:schemeClr val="tx1">
                    <a:tint val="75000"/>
                  </a:schemeClr>
                </a:solidFill>
                <a:latin typeface="+mn-lt"/>
                <a:ea typeface="+mn-ea"/>
                <a:cs typeface="+mn-cs"/>
              </a:defRPr>
            </a:lvl8pPr>
            <a:lvl9pPr marL="3657600" indent="0" algn="ctr" defTabSz="457200" rtl="0" eaLnBrk="1" latinLnBrk="0" hangingPunct="1">
              <a:spcBef>
                <a:spcPct val="20000"/>
              </a:spcBef>
              <a:spcAft>
                <a:spcPts val="600"/>
              </a:spcAft>
              <a:buClr>
                <a:schemeClr val="accent2"/>
              </a:buClr>
              <a:buSzPct val="92000"/>
              <a:buFont typeface="Wingdings 2" panose="05020102010507070707" pitchFamily="18" charset="2"/>
              <a:buNone/>
              <a:defRPr sz="1200" kern="1200">
                <a:solidFill>
                  <a:schemeClr val="tx1">
                    <a:tint val="75000"/>
                  </a:schemeClr>
                </a:solidFill>
                <a:latin typeface="+mn-lt"/>
                <a:ea typeface="+mn-ea"/>
                <a:cs typeface="+mn-cs"/>
              </a:defRPr>
            </a:lvl9pPr>
          </a:lstStyle>
          <a:p>
            <a:r>
              <a:rPr lang="en-US" sz="1800" cap="none" dirty="0">
                <a:solidFill>
                  <a:srgbClr val="7CEBFF"/>
                </a:solidFill>
              </a:rPr>
              <a:t>Guided by:</a:t>
            </a:r>
          </a:p>
        </p:txBody>
      </p:sp>
    </p:spTree>
    <p:extLst>
      <p:ext uri="{BB962C8B-B14F-4D97-AF65-F5344CB8AC3E}">
        <p14:creationId xmlns:p14="http://schemas.microsoft.com/office/powerpoint/2010/main" val="148770071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216626C-0EEF-4BBA-A379-F223A1957F3B}"/>
              </a:ext>
            </a:extLst>
          </p:cNvPr>
          <p:cNvSpPr>
            <a:spLocks noGrp="1"/>
          </p:cNvSpPr>
          <p:nvPr>
            <p:ph type="title"/>
          </p:nvPr>
        </p:nvSpPr>
        <p:spPr/>
        <p:txBody>
          <a:bodyPr>
            <a:normAutofit/>
          </a:bodyPr>
          <a:lstStyle/>
          <a:p>
            <a:r>
              <a:rPr lang="en-US" sz="3200" cap="none" dirty="0"/>
              <a:t>Table of Content:</a:t>
            </a:r>
          </a:p>
        </p:txBody>
      </p:sp>
      <p:sp>
        <p:nvSpPr>
          <p:cNvPr id="3" name="Content Placeholder 2">
            <a:extLst>
              <a:ext uri="{FF2B5EF4-FFF2-40B4-BE49-F238E27FC236}">
                <a16:creationId xmlns:a16="http://schemas.microsoft.com/office/drawing/2014/main" id="{E5B01043-2D91-49E5-B043-D7D16CB77F65}"/>
              </a:ext>
            </a:extLst>
          </p:cNvPr>
          <p:cNvSpPr>
            <a:spLocks noGrp="1"/>
          </p:cNvSpPr>
          <p:nvPr>
            <p:ph idx="1"/>
          </p:nvPr>
        </p:nvSpPr>
        <p:spPr/>
        <p:txBody>
          <a:bodyPr/>
          <a:lstStyle/>
          <a:p>
            <a:pPr>
              <a:buFont typeface="Courier New" panose="02070309020205020404" pitchFamily="49" charset="0"/>
              <a:buChar char="o"/>
            </a:pPr>
            <a:r>
              <a:rPr lang="en-US" dirty="0">
                <a:latin typeface="Times New Roman" panose="02020603050405020304" pitchFamily="18" charset="0"/>
                <a:cs typeface="Times New Roman" panose="02020603050405020304" pitchFamily="18" charset="0"/>
              </a:rPr>
              <a:t>Introduction </a:t>
            </a:r>
            <a:r>
              <a:rPr lang="en-US" dirty="0" smtClean="0">
                <a:latin typeface="Times New Roman" panose="02020603050405020304" pitchFamily="18" charset="0"/>
                <a:cs typeface="Times New Roman" panose="02020603050405020304" pitchFamily="18" charset="0"/>
              </a:rPr>
              <a:t>to HTM and KNN classifier </a:t>
            </a:r>
            <a:endParaRPr lang="en-US" dirty="0">
              <a:latin typeface="Times New Roman" panose="02020603050405020304" pitchFamily="18" charset="0"/>
              <a:cs typeface="Times New Roman" panose="02020603050405020304" pitchFamily="18" charset="0"/>
            </a:endParaRPr>
          </a:p>
          <a:p>
            <a:pPr>
              <a:buFont typeface="Courier New" panose="02070309020205020404" pitchFamily="49" charset="0"/>
              <a:buChar char="o"/>
            </a:pPr>
            <a:r>
              <a:rPr lang="en-US" dirty="0" smtClean="0">
                <a:latin typeface="Times New Roman" panose="02020603050405020304" pitchFamily="18" charset="0"/>
                <a:cs typeface="Times New Roman" panose="02020603050405020304" pitchFamily="18" charset="0"/>
              </a:rPr>
              <a:t>HTM </a:t>
            </a:r>
            <a:r>
              <a:rPr lang="en-US" dirty="0" smtClean="0">
                <a:latin typeface="Times New Roman" panose="02020603050405020304" pitchFamily="18" charset="0"/>
                <a:cs typeface="Times New Roman" panose="02020603050405020304" pitchFamily="18" charset="0"/>
              </a:rPr>
              <a:t>classifier’s </a:t>
            </a:r>
            <a:r>
              <a:rPr lang="en-US" dirty="0">
                <a:latin typeface="Times New Roman" panose="02020603050405020304" pitchFamily="18" charset="0"/>
                <a:cs typeface="Times New Roman" panose="02020603050405020304" pitchFamily="18" charset="0"/>
              </a:rPr>
              <a:t>native </a:t>
            </a:r>
            <a:r>
              <a:rPr lang="en-US" dirty="0" smtClean="0">
                <a:latin typeface="Times New Roman" panose="02020603050405020304" pitchFamily="18" charset="0"/>
                <a:cs typeface="Times New Roman" panose="02020603050405020304" pitchFamily="18" charset="0"/>
              </a:rPr>
              <a:t>implementation</a:t>
            </a:r>
          </a:p>
          <a:p>
            <a:pPr>
              <a:buFont typeface="Courier New" panose="02070309020205020404" pitchFamily="49" charset="0"/>
              <a:buChar char="o"/>
            </a:pPr>
            <a:r>
              <a:rPr lang="en-US" dirty="0" smtClean="0">
                <a:latin typeface="Times New Roman" panose="02020603050405020304" pitchFamily="18" charset="0"/>
                <a:cs typeface="Times New Roman" panose="02020603050405020304" pitchFamily="18" charset="0"/>
              </a:rPr>
              <a:t>KNN </a:t>
            </a:r>
            <a:r>
              <a:rPr lang="en-US" dirty="0">
                <a:latin typeface="Times New Roman" panose="02020603050405020304" pitchFamily="18" charset="0"/>
                <a:cs typeface="Times New Roman" panose="02020603050405020304" pitchFamily="18" charset="0"/>
              </a:rPr>
              <a:t>classifier’s native </a:t>
            </a:r>
            <a:r>
              <a:rPr lang="en-US" dirty="0" smtClean="0">
                <a:latin typeface="Times New Roman" panose="02020603050405020304" pitchFamily="18" charset="0"/>
                <a:cs typeface="Times New Roman" panose="02020603050405020304" pitchFamily="18" charset="0"/>
              </a:rPr>
              <a:t>implementation</a:t>
            </a:r>
            <a:endParaRPr lang="en-US" dirty="0">
              <a:latin typeface="Times New Roman" panose="02020603050405020304" pitchFamily="18" charset="0"/>
              <a:cs typeface="Times New Roman" panose="02020603050405020304" pitchFamily="18" charset="0"/>
            </a:endParaRPr>
          </a:p>
          <a:p>
            <a:pPr>
              <a:buFont typeface="Courier New" panose="02070309020205020404" pitchFamily="49" charset="0"/>
              <a:buChar char="o"/>
            </a:pPr>
            <a:r>
              <a:rPr lang="en-US" dirty="0" smtClean="0">
                <a:latin typeface="Times New Roman" panose="02020603050405020304" pitchFamily="18" charset="0"/>
                <a:cs typeface="Times New Roman" panose="02020603050405020304" pitchFamily="18" charset="0"/>
              </a:rPr>
              <a:t>HTM and KNN </a:t>
            </a:r>
            <a:r>
              <a:rPr lang="en-US" dirty="0">
                <a:latin typeface="Times New Roman" panose="02020603050405020304" pitchFamily="18" charset="0"/>
                <a:cs typeface="Times New Roman" panose="02020603050405020304" pitchFamily="18" charset="0"/>
              </a:rPr>
              <a:t>classifier’s integration with Neocortex Api &amp; Unit testing</a:t>
            </a:r>
          </a:p>
          <a:p>
            <a:pPr>
              <a:buFont typeface="Courier New" panose="02070309020205020404" pitchFamily="49" charset="0"/>
              <a:buChar char="o"/>
            </a:pPr>
            <a:r>
              <a:rPr lang="en-US" dirty="0" smtClean="0">
                <a:latin typeface="Times New Roman" panose="02020603050405020304" pitchFamily="18" charset="0"/>
                <a:cs typeface="Times New Roman" panose="02020603050405020304" pitchFamily="18" charset="0"/>
              </a:rPr>
              <a:t>HTM</a:t>
            </a:r>
            <a:r>
              <a:rPr lang="en-US" dirty="0" smtClean="0">
                <a:latin typeface="Times New Roman" panose="02020603050405020304" pitchFamily="18" charset="0"/>
                <a:cs typeface="Times New Roman" panose="02020603050405020304" pitchFamily="18" charset="0"/>
              </a:rPr>
              <a:t> and </a:t>
            </a:r>
            <a:r>
              <a:rPr lang="en-US" dirty="0" smtClean="0">
                <a:latin typeface="Times New Roman" panose="02020603050405020304" pitchFamily="18" charset="0"/>
                <a:cs typeface="Times New Roman" panose="02020603050405020304" pitchFamily="18" charset="0"/>
              </a:rPr>
              <a:t>KNN </a:t>
            </a:r>
            <a:r>
              <a:rPr lang="en-US" dirty="0" smtClean="0">
                <a:latin typeface="Times New Roman" panose="02020603050405020304" pitchFamily="18" charset="0"/>
                <a:cs typeface="Times New Roman" panose="02020603050405020304" pitchFamily="18" charset="0"/>
              </a:rPr>
              <a:t>classifiers </a:t>
            </a:r>
            <a:r>
              <a:rPr lang="en-US" dirty="0">
                <a:latin typeface="Times New Roman" panose="02020603050405020304" pitchFamily="18" charset="0"/>
                <a:cs typeface="Times New Roman" panose="02020603050405020304" pitchFamily="18" charset="0"/>
              </a:rPr>
              <a:t>on SP generated SDRs  &amp; Unit testing</a:t>
            </a:r>
          </a:p>
          <a:p>
            <a:pPr>
              <a:buFont typeface="Courier New" panose="02070309020205020404" pitchFamily="49" charset="0"/>
              <a:buChar char="o"/>
            </a:pPr>
            <a:r>
              <a:rPr lang="en-US" dirty="0">
                <a:latin typeface="Times New Roman" panose="02020603050405020304" pitchFamily="18" charset="0"/>
                <a:cs typeface="Times New Roman" panose="02020603050405020304" pitchFamily="18" charset="0"/>
              </a:rPr>
              <a:t>Conclusions</a:t>
            </a:r>
          </a:p>
        </p:txBody>
      </p:sp>
    </p:spTree>
    <p:extLst>
      <p:ext uri="{BB962C8B-B14F-4D97-AF65-F5344CB8AC3E}">
        <p14:creationId xmlns:p14="http://schemas.microsoft.com/office/powerpoint/2010/main" val="369022562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cap="none" dirty="0"/>
              <a:t>Introduction to </a:t>
            </a:r>
            <a:r>
              <a:rPr lang="en-US" cap="none" dirty="0" smtClean="0"/>
              <a:t>HTM </a:t>
            </a:r>
            <a:r>
              <a:rPr lang="en-US" cap="none" dirty="0"/>
              <a:t>Classifier</a:t>
            </a:r>
            <a:endParaRPr lang="en-US" dirty="0"/>
          </a:p>
        </p:txBody>
      </p:sp>
      <p:sp>
        <p:nvSpPr>
          <p:cNvPr id="3" name="Content Placeholder 2"/>
          <p:cNvSpPr>
            <a:spLocks noGrp="1"/>
          </p:cNvSpPr>
          <p:nvPr>
            <p:ph idx="1"/>
          </p:nvPr>
        </p:nvSpPr>
        <p:spPr/>
        <p:txBody>
          <a:bodyPr/>
          <a:lstStyle/>
          <a:p>
            <a:endParaRPr lang="en-US" dirty="0"/>
          </a:p>
        </p:txBody>
      </p:sp>
    </p:spTree>
    <p:extLst>
      <p:ext uri="{BB962C8B-B14F-4D97-AF65-F5344CB8AC3E}">
        <p14:creationId xmlns:p14="http://schemas.microsoft.com/office/powerpoint/2010/main" val="53244181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DAE6B7E-7CBD-4216-9DF4-8BD26C94BB5F}"/>
              </a:ext>
            </a:extLst>
          </p:cNvPr>
          <p:cNvSpPr>
            <a:spLocks noGrp="1"/>
          </p:cNvSpPr>
          <p:nvPr>
            <p:ph type="title"/>
          </p:nvPr>
        </p:nvSpPr>
        <p:spPr/>
        <p:txBody>
          <a:bodyPr>
            <a:normAutofit/>
          </a:bodyPr>
          <a:lstStyle/>
          <a:p>
            <a:r>
              <a:rPr lang="en-US" sz="3200" cap="none" dirty="0"/>
              <a:t>Introduction to KNN Classifier</a:t>
            </a:r>
          </a:p>
        </p:txBody>
      </p:sp>
      <p:sp>
        <p:nvSpPr>
          <p:cNvPr id="3" name="Content Placeholder 2">
            <a:extLst>
              <a:ext uri="{FF2B5EF4-FFF2-40B4-BE49-F238E27FC236}">
                <a16:creationId xmlns:a16="http://schemas.microsoft.com/office/drawing/2014/main" id="{FA4B475D-D30F-4F5B-80EB-5006BB939ECA}"/>
              </a:ext>
            </a:extLst>
          </p:cNvPr>
          <p:cNvSpPr>
            <a:spLocks noGrp="1"/>
          </p:cNvSpPr>
          <p:nvPr>
            <p:ph idx="1"/>
          </p:nvPr>
        </p:nvSpPr>
        <p:spPr>
          <a:xfrm>
            <a:off x="581192" y="2180497"/>
            <a:ext cx="11029615" cy="939776"/>
          </a:xfrm>
        </p:spPr>
        <p:txBody>
          <a:bodyPr>
            <a:normAutofit/>
          </a:bodyPr>
          <a:lstStyle/>
          <a:p>
            <a:pPr algn="just">
              <a:buFont typeface="Courier New" panose="02070309020205020404" pitchFamily="49" charset="0"/>
              <a:buChar char="o"/>
            </a:pPr>
            <a:r>
              <a:rPr lang="en-US" sz="1400" dirty="0">
                <a:latin typeface="Times New Roman" panose="02020603050405020304" pitchFamily="18" charset="0"/>
                <a:cs typeface="Times New Roman" panose="02020603050405020304" pitchFamily="18" charset="0"/>
              </a:rPr>
              <a:t>KNN classifier operates by classifying the data point based on the majority class of its nearest neighbors in the feature space. </a:t>
            </a:r>
          </a:p>
          <a:p>
            <a:pPr algn="just">
              <a:buFont typeface="Courier New" panose="02070309020205020404" pitchFamily="49" charset="0"/>
              <a:buChar char="o"/>
            </a:pPr>
            <a:r>
              <a:rPr lang="en-US" sz="1400" dirty="0">
                <a:latin typeface="Times New Roman" panose="02020603050405020304" pitchFamily="18" charset="0"/>
                <a:cs typeface="Times New Roman" panose="02020603050405020304" pitchFamily="18" charset="0"/>
              </a:rPr>
              <a:t>In essence, the KNN classifier assigns the class label of the majority of its k nearest neighbors to the new data point, making it a non-parametric and instance-based learning method.</a:t>
            </a:r>
          </a:p>
        </p:txBody>
      </p:sp>
      <p:pic>
        <p:nvPicPr>
          <p:cNvPr id="4" name="Picture 3">
            <a:extLst>
              <a:ext uri="{FF2B5EF4-FFF2-40B4-BE49-F238E27FC236}">
                <a16:creationId xmlns:a16="http://schemas.microsoft.com/office/drawing/2014/main" id="{F83000A2-9603-4928-9869-C786E5D97CD4}"/>
              </a:ext>
            </a:extLst>
          </p:cNvPr>
          <p:cNvPicPr/>
          <p:nvPr/>
        </p:nvPicPr>
        <p:blipFill rotWithShape="1">
          <a:blip r:embed="rId2" cstate="print">
            <a:extLst>
              <a:ext uri="{28A0092B-C50C-407E-A947-70E740481C1C}">
                <a14:useLocalDpi xmlns:a14="http://schemas.microsoft.com/office/drawing/2010/main" val="0"/>
              </a:ext>
            </a:extLst>
          </a:blip>
          <a:srcRect t="19179" b="35358"/>
          <a:stretch/>
        </p:blipFill>
        <p:spPr bwMode="auto">
          <a:xfrm>
            <a:off x="4091259" y="3429000"/>
            <a:ext cx="4009480" cy="2578181"/>
          </a:xfrm>
          <a:prstGeom prst="rect">
            <a:avLst/>
          </a:prstGeom>
          <a:ln>
            <a:noFill/>
          </a:ln>
          <a:extLst>
            <a:ext uri="{53640926-AAD7-44D8-BBD7-CCE9431645EC}">
              <a14:shadowObscured xmlns:a14="http://schemas.microsoft.com/office/drawing/2010/main"/>
            </a:ext>
          </a:extLst>
        </p:spPr>
      </p:pic>
      <p:sp>
        <p:nvSpPr>
          <p:cNvPr id="5" name="Content Placeholder 2">
            <a:extLst>
              <a:ext uri="{FF2B5EF4-FFF2-40B4-BE49-F238E27FC236}">
                <a16:creationId xmlns:a16="http://schemas.microsoft.com/office/drawing/2014/main" id="{0F76CE69-A802-4620-B580-FFBF78099E45}"/>
              </a:ext>
            </a:extLst>
          </p:cNvPr>
          <p:cNvSpPr txBox="1">
            <a:spLocks/>
          </p:cNvSpPr>
          <p:nvPr/>
        </p:nvSpPr>
        <p:spPr>
          <a:xfrm>
            <a:off x="581192" y="5685956"/>
            <a:ext cx="11029615" cy="939776"/>
          </a:xfrm>
          <a:prstGeom prst="rect">
            <a:avLst/>
          </a:prstGeom>
        </p:spPr>
        <p:txBody>
          <a:bodyPr vert="horz" lIns="91440" tIns="45720" rIns="91440" bIns="45720" rtlCol="0" anchor="ctr">
            <a:normAutofit/>
          </a:bodyPr>
          <a:lst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a:lstStyle>
          <a:p>
            <a:pPr marL="0" indent="0" algn="ctr">
              <a:buFont typeface="Wingdings 2" panose="05020102010507070707" pitchFamily="18" charset="2"/>
              <a:buNone/>
            </a:pPr>
            <a:r>
              <a:rPr lang="en-US" sz="1200" dirty="0">
                <a:latin typeface="Times New Roman" panose="02020603050405020304" pitchFamily="18" charset="0"/>
                <a:cs typeface="Times New Roman" panose="02020603050405020304" pitchFamily="18" charset="0"/>
              </a:rPr>
              <a:t>New datapoint to be classified is introduced into the KNN classifier</a:t>
            </a:r>
          </a:p>
        </p:txBody>
      </p:sp>
    </p:spTree>
    <p:extLst>
      <p:ext uri="{BB962C8B-B14F-4D97-AF65-F5344CB8AC3E}">
        <p14:creationId xmlns:p14="http://schemas.microsoft.com/office/powerpoint/2010/main" val="284086585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cap="none" dirty="0" smtClean="0"/>
              <a:t>HTM </a:t>
            </a:r>
            <a:r>
              <a:rPr lang="en-US" cap="none" dirty="0"/>
              <a:t>Classifier Working Principle</a:t>
            </a:r>
            <a:endParaRPr lang="en-US" dirty="0"/>
          </a:p>
        </p:txBody>
      </p:sp>
      <p:sp>
        <p:nvSpPr>
          <p:cNvPr id="3" name="Content Placeholder 2"/>
          <p:cNvSpPr>
            <a:spLocks noGrp="1"/>
          </p:cNvSpPr>
          <p:nvPr>
            <p:ph idx="1"/>
          </p:nvPr>
        </p:nvSpPr>
        <p:spPr/>
        <p:txBody>
          <a:bodyPr/>
          <a:lstStyle/>
          <a:p>
            <a:endParaRPr lang="en-US"/>
          </a:p>
        </p:txBody>
      </p:sp>
    </p:spTree>
    <p:extLst>
      <p:ext uri="{BB962C8B-B14F-4D97-AF65-F5344CB8AC3E}">
        <p14:creationId xmlns:p14="http://schemas.microsoft.com/office/powerpoint/2010/main" val="390766469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DAE6B7E-7CBD-4216-9DF4-8BD26C94BB5F}"/>
              </a:ext>
            </a:extLst>
          </p:cNvPr>
          <p:cNvSpPr>
            <a:spLocks noGrp="1"/>
          </p:cNvSpPr>
          <p:nvPr>
            <p:ph type="title"/>
          </p:nvPr>
        </p:nvSpPr>
        <p:spPr/>
        <p:txBody>
          <a:bodyPr>
            <a:normAutofit/>
          </a:bodyPr>
          <a:lstStyle/>
          <a:p>
            <a:r>
              <a:rPr lang="en-US" sz="3200" cap="none" dirty="0"/>
              <a:t>Important Parameters in KNN Classifier</a:t>
            </a:r>
          </a:p>
        </p:txBody>
      </p:sp>
      <p:sp>
        <p:nvSpPr>
          <p:cNvPr id="3" name="Content Placeholder 2">
            <a:extLst>
              <a:ext uri="{FF2B5EF4-FFF2-40B4-BE49-F238E27FC236}">
                <a16:creationId xmlns:a16="http://schemas.microsoft.com/office/drawing/2014/main" id="{FA4B475D-D30F-4F5B-80EB-5006BB939ECA}"/>
              </a:ext>
            </a:extLst>
          </p:cNvPr>
          <p:cNvSpPr>
            <a:spLocks noGrp="1"/>
          </p:cNvSpPr>
          <p:nvPr>
            <p:ph idx="1"/>
          </p:nvPr>
        </p:nvSpPr>
        <p:spPr>
          <a:xfrm>
            <a:off x="581192" y="1991960"/>
            <a:ext cx="10589571" cy="3814951"/>
          </a:xfrm>
        </p:spPr>
        <p:txBody>
          <a:bodyPr>
            <a:normAutofit/>
          </a:bodyPr>
          <a:lstStyle/>
          <a:p>
            <a:pPr marL="0" indent="0" algn="just">
              <a:buNone/>
            </a:pPr>
            <a:r>
              <a:rPr lang="en-US" sz="1400" dirty="0">
                <a:latin typeface="Times New Roman" panose="02020603050405020304" pitchFamily="18" charset="0"/>
                <a:cs typeface="Times New Roman" panose="02020603050405020304" pitchFamily="18" charset="0"/>
              </a:rPr>
              <a:t>The working of a KNN classifier depends on multiple parameters as explained below:</a:t>
            </a:r>
          </a:p>
          <a:p>
            <a:pPr marL="342900" indent="-342900" algn="just">
              <a:buFont typeface="+mj-lt"/>
              <a:buAutoNum type="arabicPeriod"/>
            </a:pPr>
            <a:r>
              <a:rPr lang="en-US" sz="1400" b="1" dirty="0">
                <a:latin typeface="Times New Roman" panose="02020603050405020304" pitchFamily="18" charset="0"/>
                <a:cs typeface="Times New Roman" panose="02020603050405020304" pitchFamily="18" charset="0"/>
              </a:rPr>
              <a:t>Value of K: </a:t>
            </a:r>
            <a:r>
              <a:rPr lang="en-US" sz="1400" dirty="0">
                <a:latin typeface="Times New Roman" panose="02020603050405020304" pitchFamily="18" charset="0"/>
                <a:cs typeface="Times New Roman" panose="02020603050405020304" pitchFamily="18" charset="0"/>
              </a:rPr>
              <a:t>The choice of K in the K-nearest neighbors (KNN) classifier influences the prediction by considering a specified number of neighboring data points. Odd values are often favored to prevent tie situations during voting, ensuring unambiguous class assignments.</a:t>
            </a:r>
          </a:p>
          <a:p>
            <a:pPr marL="342900" indent="-342900" algn="just">
              <a:buFont typeface="+mj-lt"/>
              <a:buAutoNum type="arabicPeriod"/>
            </a:pPr>
            <a:r>
              <a:rPr lang="en-US" sz="1400" b="1" dirty="0">
                <a:latin typeface="Times New Roman" panose="02020603050405020304" pitchFamily="18" charset="0"/>
                <a:cs typeface="Times New Roman" panose="02020603050405020304" pitchFamily="18" charset="0"/>
              </a:rPr>
              <a:t>Distance Metrics: </a:t>
            </a:r>
            <a:r>
              <a:rPr lang="en-US" sz="1400" dirty="0">
                <a:latin typeface="Times New Roman" panose="02020603050405020304" pitchFamily="18" charset="0"/>
                <a:cs typeface="Times New Roman" panose="02020603050405020304" pitchFamily="18" charset="0"/>
              </a:rPr>
              <a:t>The distance metric in K-nearest neighbors (KNN) classification defines how distances between the two data points are measured, We've employed the Euclidean distance method, one of several available, to measure distances between data points, which is given by:</a:t>
            </a:r>
          </a:p>
          <a:p>
            <a:pPr marL="342900" indent="-342900" algn="just">
              <a:buFont typeface="+mj-lt"/>
              <a:buAutoNum type="arabicPeriod"/>
            </a:pPr>
            <a:endParaRPr lang="en-US" sz="1400" dirty="0">
              <a:latin typeface="Times New Roman" panose="02020603050405020304" pitchFamily="18" charset="0"/>
              <a:cs typeface="Times New Roman" panose="02020603050405020304" pitchFamily="18" charset="0"/>
            </a:endParaRPr>
          </a:p>
          <a:p>
            <a:pPr marL="342900" indent="-342900" algn="just">
              <a:buFont typeface="+mj-lt"/>
              <a:buAutoNum type="arabicPeriod"/>
            </a:pPr>
            <a:endParaRPr lang="en-US" sz="1400" dirty="0">
              <a:latin typeface="Times New Roman" panose="02020603050405020304" pitchFamily="18" charset="0"/>
              <a:cs typeface="Times New Roman" panose="02020603050405020304" pitchFamily="18" charset="0"/>
            </a:endParaRPr>
          </a:p>
          <a:p>
            <a:pPr marL="342900" indent="-342900" algn="just">
              <a:buFont typeface="+mj-lt"/>
              <a:buAutoNum type="arabicPeriod"/>
            </a:pPr>
            <a:r>
              <a:rPr lang="en-US" sz="1400" b="1" dirty="0">
                <a:latin typeface="Times New Roman" panose="02020603050405020304" pitchFamily="18" charset="0"/>
                <a:cs typeface="Times New Roman" panose="02020603050405020304" pitchFamily="18" charset="0"/>
              </a:rPr>
              <a:t>Voting Scheme: </a:t>
            </a:r>
            <a:r>
              <a:rPr lang="en-US" sz="1400" dirty="0">
                <a:latin typeface="Times New Roman" panose="02020603050405020304" pitchFamily="18" charset="0"/>
                <a:cs typeface="Times New Roman" panose="02020603050405020304" pitchFamily="18" charset="0"/>
              </a:rPr>
              <a:t>In the k-nearest neighbors (</a:t>
            </a:r>
            <a:r>
              <a:rPr lang="en-US" sz="1400" dirty="0" err="1">
                <a:latin typeface="Times New Roman" panose="02020603050405020304" pitchFamily="18" charset="0"/>
                <a:cs typeface="Times New Roman" panose="02020603050405020304" pitchFamily="18" charset="0"/>
              </a:rPr>
              <a:t>kNN</a:t>
            </a:r>
            <a:r>
              <a:rPr lang="en-US" sz="1400" dirty="0">
                <a:latin typeface="Times New Roman" panose="02020603050405020304" pitchFamily="18" charset="0"/>
                <a:cs typeface="Times New Roman" panose="02020603050405020304" pitchFamily="18" charset="0"/>
              </a:rPr>
              <a:t>) algorithm, the voting scheme involves assigning a class label to a data point based on a majority or weighted vote from its k nearest neighbors.</a:t>
            </a:r>
          </a:p>
          <a:p>
            <a:pPr marL="342900" indent="-342900" algn="just">
              <a:buFont typeface="+mj-lt"/>
              <a:buAutoNum type="arabicPeriod"/>
            </a:pPr>
            <a:r>
              <a:rPr lang="en-US" sz="1400" b="1" dirty="0">
                <a:latin typeface="Times New Roman" panose="02020603050405020304" pitchFamily="18" charset="0"/>
                <a:cs typeface="Times New Roman" panose="02020603050405020304" pitchFamily="18" charset="0"/>
              </a:rPr>
              <a:t>Cross-Validation Parameters: </a:t>
            </a:r>
            <a:r>
              <a:rPr lang="en-US" sz="1400" dirty="0">
                <a:latin typeface="Times New Roman" panose="02020603050405020304" pitchFamily="18" charset="0"/>
                <a:cs typeface="Times New Roman" panose="02020603050405020304" pitchFamily="18" charset="0"/>
              </a:rPr>
              <a:t>Cross-validation parameters, including the number of folds and scoring metric choice, are crucial for evaluating the KNN classifier's performance and preventing overfitting.</a:t>
            </a:r>
          </a:p>
        </p:txBody>
      </p:sp>
      <p:sp>
        <p:nvSpPr>
          <p:cNvPr id="5" name="Content Placeholder 2">
            <a:extLst>
              <a:ext uri="{FF2B5EF4-FFF2-40B4-BE49-F238E27FC236}">
                <a16:creationId xmlns:a16="http://schemas.microsoft.com/office/drawing/2014/main" id="{0F76CE69-A802-4620-B580-FFBF78099E45}"/>
              </a:ext>
            </a:extLst>
          </p:cNvPr>
          <p:cNvSpPr txBox="1">
            <a:spLocks/>
          </p:cNvSpPr>
          <p:nvPr/>
        </p:nvSpPr>
        <p:spPr>
          <a:xfrm>
            <a:off x="581192" y="5685956"/>
            <a:ext cx="11029615" cy="939776"/>
          </a:xfrm>
          <a:prstGeom prst="rect">
            <a:avLst/>
          </a:prstGeom>
        </p:spPr>
        <p:txBody>
          <a:bodyPr vert="horz" lIns="91440" tIns="45720" rIns="91440" bIns="45720" rtlCol="0" anchor="ctr">
            <a:normAutofit/>
          </a:bodyPr>
          <a:lst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a:lstStyle>
          <a:p>
            <a:pPr marL="0" indent="0" algn="ctr">
              <a:buFont typeface="Wingdings 2" panose="05020102010507070707" pitchFamily="18" charset="2"/>
              <a:buNone/>
            </a:pPr>
            <a:endParaRPr lang="en-US" sz="1200" dirty="0"/>
          </a:p>
        </p:txBody>
      </p:sp>
      <mc:AlternateContent xmlns:mc="http://schemas.openxmlformats.org/markup-compatibility/2006" xmlns:a14="http://schemas.microsoft.com/office/drawing/2010/main">
        <mc:Choice Requires="a14">
          <p:sp>
            <p:nvSpPr>
              <p:cNvPr id="6" name="Content Placeholder 2">
                <a:extLst>
                  <a:ext uri="{FF2B5EF4-FFF2-40B4-BE49-F238E27FC236}">
                    <a16:creationId xmlns:a16="http://schemas.microsoft.com/office/drawing/2014/main" id="{707D204C-20B8-4710-AC21-AE233131EE47}"/>
                  </a:ext>
                </a:extLst>
              </p:cNvPr>
              <p:cNvSpPr txBox="1">
                <a:spLocks/>
              </p:cNvSpPr>
              <p:nvPr/>
            </p:nvSpPr>
            <p:spPr>
              <a:xfrm>
                <a:off x="4138366" y="3690357"/>
                <a:ext cx="2992223" cy="1041899"/>
              </a:xfrm>
              <a:prstGeom prst="rect">
                <a:avLst/>
              </a:prstGeom>
            </p:spPr>
            <p:txBody>
              <a:bodyPr vert="horz" lIns="91440" tIns="45720" rIns="91440" bIns="45720" rtlCol="0" anchor="ctr">
                <a:normAutofit/>
              </a:bodyPr>
              <a:lst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a:lstStyle>
              <a:p>
                <a:pPr marL="0" indent="0" algn="ctr">
                  <a:buNone/>
                </a:pPr>
                <a:r>
                  <a:rPr lang="es-US" sz="1400" i="1" dirty="0">
                    <a:latin typeface="Times New Roman" panose="02020603050405020304" pitchFamily="18" charset="0"/>
                    <a:cs typeface="Times New Roman" panose="02020603050405020304" pitchFamily="18" charset="0"/>
                  </a:rPr>
                  <a:t>EUD</a:t>
                </a:r>
                <a:r>
                  <a:rPr lang="es-US" sz="1400" dirty="0">
                    <a:latin typeface="Times New Roman" panose="02020603050405020304" pitchFamily="18" charset="0"/>
                    <a:cs typeface="Times New Roman" panose="02020603050405020304" pitchFamily="18" charset="0"/>
                  </a:rPr>
                  <a:t> </a:t>
                </a:r>
                <a14:m>
                  <m:oMath xmlns:m="http://schemas.openxmlformats.org/officeDocument/2006/math">
                    <m:d>
                      <m:dPr>
                        <m:ctrlPr>
                          <a:rPr lang="en-US" sz="1400" i="1">
                            <a:latin typeface="Cambria Math" panose="02040503050406030204" pitchFamily="18" charset="0"/>
                          </a:rPr>
                        </m:ctrlPr>
                      </m:dPr>
                      <m:e>
                        <m:r>
                          <m:rPr>
                            <m:nor/>
                          </m:rPr>
                          <a:rPr lang="es-US" sz="1400" i="1">
                            <a:latin typeface="Times New Roman" panose="02020603050405020304" pitchFamily="18" charset="0"/>
                            <a:cs typeface="Times New Roman" panose="02020603050405020304" pitchFamily="18" charset="0"/>
                          </a:rPr>
                          <m:t>x</m:t>
                        </m:r>
                        <m:r>
                          <m:rPr>
                            <m:nor/>
                          </m:rPr>
                          <a:rPr lang="es-US" sz="1400" i="1">
                            <a:latin typeface="Times New Roman" panose="02020603050405020304" pitchFamily="18" charset="0"/>
                            <a:cs typeface="Times New Roman" panose="02020603050405020304" pitchFamily="18" charset="0"/>
                          </a:rPr>
                          <m:t>,</m:t>
                        </m:r>
                        <m:r>
                          <m:rPr>
                            <m:nor/>
                          </m:rPr>
                          <a:rPr lang="es-US" sz="1400" i="1">
                            <a:latin typeface="Times New Roman" panose="02020603050405020304" pitchFamily="18" charset="0"/>
                            <a:cs typeface="Times New Roman" panose="02020603050405020304" pitchFamily="18" charset="0"/>
                          </a:rPr>
                          <m:t>y</m:t>
                        </m:r>
                      </m:e>
                    </m:d>
                    <m:r>
                      <m:rPr>
                        <m:nor/>
                      </m:rPr>
                      <a:rPr lang="es-US" sz="1400">
                        <a:latin typeface="Times New Roman" panose="02020603050405020304" pitchFamily="18" charset="0"/>
                        <a:cs typeface="Times New Roman" panose="02020603050405020304" pitchFamily="18" charset="0"/>
                      </a:rPr>
                      <m:t> = </m:t>
                    </m:r>
                    <m:rad>
                      <m:radPr>
                        <m:degHide m:val="on"/>
                        <m:ctrlPr>
                          <a:rPr lang="en-US" sz="1400" i="1">
                            <a:latin typeface="Cambria Math" panose="02040503050406030204" pitchFamily="18" charset="0"/>
                          </a:rPr>
                        </m:ctrlPr>
                      </m:radPr>
                      <m:deg/>
                      <m:e>
                        <m:nary>
                          <m:naryPr>
                            <m:chr m:val="∑"/>
                            <m:limLoc m:val="undOvr"/>
                            <m:ctrlPr>
                              <a:rPr lang="en-US" sz="1400" i="1">
                                <a:latin typeface="Cambria Math" panose="02040503050406030204" pitchFamily="18" charset="0"/>
                              </a:rPr>
                            </m:ctrlPr>
                          </m:naryPr>
                          <m:sub>
                            <m:r>
                              <m:rPr>
                                <m:nor/>
                              </m:rPr>
                              <a:rPr lang="es-US" sz="1400">
                                <a:latin typeface="Times New Roman" panose="02020603050405020304" pitchFamily="18" charset="0"/>
                                <a:cs typeface="Times New Roman" panose="02020603050405020304" pitchFamily="18" charset="0"/>
                              </a:rPr>
                              <m:t>j</m:t>
                            </m:r>
                            <m:r>
                              <m:rPr>
                                <m:nor/>
                              </m:rPr>
                              <a:rPr lang="es-US" sz="1400">
                                <a:latin typeface="Times New Roman" panose="02020603050405020304" pitchFamily="18" charset="0"/>
                                <a:cs typeface="Times New Roman" panose="02020603050405020304" pitchFamily="18" charset="0"/>
                              </a:rPr>
                              <m:t>=1</m:t>
                            </m:r>
                          </m:sub>
                          <m:sup>
                            <m:r>
                              <m:rPr>
                                <m:nor/>
                              </m:rPr>
                              <a:rPr lang="es-US" sz="1400">
                                <a:latin typeface="Times New Roman" panose="02020603050405020304" pitchFamily="18" charset="0"/>
                                <a:cs typeface="Times New Roman" panose="02020603050405020304" pitchFamily="18" charset="0"/>
                              </a:rPr>
                              <m:t>n</m:t>
                            </m:r>
                          </m:sup>
                          <m:e>
                            <m:sSup>
                              <m:sSupPr>
                                <m:ctrlPr>
                                  <a:rPr lang="en-US" sz="1400" i="1">
                                    <a:latin typeface="Cambria Math" panose="02040503050406030204" pitchFamily="18" charset="0"/>
                                  </a:rPr>
                                </m:ctrlPr>
                              </m:sSupPr>
                              <m:e>
                                <m:r>
                                  <m:rPr>
                                    <m:nor/>
                                  </m:rPr>
                                  <a:rPr lang="es-US" sz="1400">
                                    <a:latin typeface="Times New Roman" panose="02020603050405020304" pitchFamily="18" charset="0"/>
                                    <a:cs typeface="Times New Roman" panose="02020603050405020304" pitchFamily="18" charset="0"/>
                                  </a:rPr>
                                  <m:t>|</m:t>
                                </m:r>
                                <m:sSub>
                                  <m:sSubPr>
                                    <m:ctrlPr>
                                      <a:rPr lang="en-US" sz="1400" i="1">
                                        <a:latin typeface="Cambria Math" panose="02040503050406030204" pitchFamily="18" charset="0"/>
                                      </a:rPr>
                                    </m:ctrlPr>
                                  </m:sSubPr>
                                  <m:e>
                                    <m:r>
                                      <m:rPr>
                                        <m:nor/>
                                      </m:rPr>
                                      <a:rPr lang="es-US" sz="1400" i="1">
                                        <a:latin typeface="Times New Roman" panose="02020603050405020304" pitchFamily="18" charset="0"/>
                                        <a:cs typeface="Times New Roman" panose="02020603050405020304" pitchFamily="18" charset="0"/>
                                      </a:rPr>
                                      <m:t>X</m:t>
                                    </m:r>
                                  </m:e>
                                  <m:sub>
                                    <m:r>
                                      <m:rPr>
                                        <m:nor/>
                                      </m:rPr>
                                      <a:rPr lang="es-US" sz="1400">
                                        <a:latin typeface="Times New Roman" panose="02020603050405020304" pitchFamily="18" charset="0"/>
                                        <a:cs typeface="Times New Roman" panose="02020603050405020304" pitchFamily="18" charset="0"/>
                                      </a:rPr>
                                      <m:t>J</m:t>
                                    </m:r>
                                  </m:sub>
                                </m:sSub>
                                <m:r>
                                  <m:rPr>
                                    <m:nor/>
                                  </m:rPr>
                                  <a:rPr lang="es-US" sz="1400" i="1">
                                    <a:latin typeface="Times New Roman" panose="02020603050405020304" pitchFamily="18" charset="0"/>
                                    <a:cs typeface="Times New Roman" panose="02020603050405020304" pitchFamily="18" charset="0"/>
                                  </a:rPr>
                                  <m:t>−</m:t>
                                </m:r>
                                <m:r>
                                  <m:rPr>
                                    <m:nor/>
                                  </m:rPr>
                                  <a:rPr lang="es-US" sz="1400">
                                    <a:latin typeface="Times New Roman" panose="02020603050405020304" pitchFamily="18" charset="0"/>
                                    <a:cs typeface="Times New Roman" panose="02020603050405020304" pitchFamily="18" charset="0"/>
                                  </a:rPr>
                                  <m:t> </m:t>
                                </m:r>
                                <m:sSub>
                                  <m:sSubPr>
                                    <m:ctrlPr>
                                      <a:rPr lang="en-US" sz="1400" i="1">
                                        <a:latin typeface="Cambria Math" panose="02040503050406030204" pitchFamily="18" charset="0"/>
                                      </a:rPr>
                                    </m:ctrlPr>
                                  </m:sSubPr>
                                  <m:e>
                                    <m:r>
                                      <m:rPr>
                                        <m:nor/>
                                      </m:rPr>
                                      <a:rPr lang="es-US" sz="1400" i="1">
                                        <a:latin typeface="Times New Roman" panose="02020603050405020304" pitchFamily="18" charset="0"/>
                                        <a:cs typeface="Times New Roman" panose="02020603050405020304" pitchFamily="18" charset="0"/>
                                      </a:rPr>
                                      <m:t>Y</m:t>
                                    </m:r>
                                  </m:e>
                                  <m:sub>
                                    <m:r>
                                      <m:rPr>
                                        <m:nor/>
                                      </m:rPr>
                                      <a:rPr lang="es-US" sz="1400">
                                        <a:latin typeface="Times New Roman" panose="02020603050405020304" pitchFamily="18" charset="0"/>
                                        <a:cs typeface="Times New Roman" panose="02020603050405020304" pitchFamily="18" charset="0"/>
                                      </a:rPr>
                                      <m:t>j</m:t>
                                    </m:r>
                                  </m:sub>
                                </m:sSub>
                                <m:r>
                                  <m:rPr>
                                    <m:nor/>
                                  </m:rPr>
                                  <a:rPr lang="es-US" sz="1400">
                                    <a:latin typeface="Times New Roman" panose="02020603050405020304" pitchFamily="18" charset="0"/>
                                    <a:cs typeface="Times New Roman" panose="02020603050405020304" pitchFamily="18" charset="0"/>
                                  </a:rPr>
                                  <m:t>|</m:t>
                                </m:r>
                              </m:e>
                              <m:sup>
                                <m:r>
                                  <m:rPr>
                                    <m:nor/>
                                  </m:rPr>
                                  <a:rPr lang="es-US" sz="1400">
                                    <a:latin typeface="Times New Roman" panose="02020603050405020304" pitchFamily="18" charset="0"/>
                                    <a:cs typeface="Times New Roman" panose="02020603050405020304" pitchFamily="18" charset="0"/>
                                  </a:rPr>
                                  <m:t>2</m:t>
                                </m:r>
                              </m:sup>
                            </m:sSup>
                          </m:e>
                        </m:nary>
                      </m:e>
                    </m:rad>
                  </m:oMath>
                </a14:m>
                <a:endParaRPr lang="en-US" sz="1400" b="1" dirty="0">
                  <a:latin typeface="Times New Roman" panose="02020603050405020304" pitchFamily="18" charset="0"/>
                  <a:cs typeface="Times New Roman" panose="02020603050405020304" pitchFamily="18" charset="0"/>
                </a:endParaRPr>
              </a:p>
            </p:txBody>
          </p:sp>
        </mc:Choice>
        <mc:Fallback xmlns="">
          <p:sp>
            <p:nvSpPr>
              <p:cNvPr id="6" name="Content Placeholder 2">
                <a:extLst>
                  <a:ext uri="{FF2B5EF4-FFF2-40B4-BE49-F238E27FC236}">
                    <a16:creationId xmlns:a16="http://schemas.microsoft.com/office/drawing/2014/main" id="{707D204C-20B8-4710-AC21-AE233131EE47}"/>
                  </a:ext>
                </a:extLst>
              </p:cNvPr>
              <p:cNvSpPr txBox="1">
                <a:spLocks noRot="1" noChangeAspect="1" noMove="1" noResize="1" noEditPoints="1" noAdjustHandles="1" noChangeArrowheads="1" noChangeShapeType="1" noTextEdit="1"/>
              </p:cNvSpPr>
              <p:nvPr/>
            </p:nvSpPr>
            <p:spPr>
              <a:xfrm>
                <a:off x="4138366" y="3690357"/>
                <a:ext cx="2992223" cy="1041899"/>
              </a:xfrm>
              <a:prstGeom prst="rect">
                <a:avLst/>
              </a:prstGeom>
              <a:blipFill>
                <a:blip r:embed="rId2"/>
                <a:stretch>
                  <a:fillRect b="-12281"/>
                </a:stretch>
              </a:blipFill>
            </p:spPr>
            <p:txBody>
              <a:bodyPr/>
              <a:lstStyle/>
              <a:p>
                <a:r>
                  <a:rPr lang="en-US">
                    <a:noFill/>
                  </a:rPr>
                  <a:t> </a:t>
                </a:r>
              </a:p>
            </p:txBody>
          </p:sp>
        </mc:Fallback>
      </mc:AlternateContent>
    </p:spTree>
    <p:extLst>
      <p:ext uri="{BB962C8B-B14F-4D97-AF65-F5344CB8AC3E}">
        <p14:creationId xmlns:p14="http://schemas.microsoft.com/office/powerpoint/2010/main" val="344071940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1E12FF-BA96-4E35-A13F-6FEF0AE76BC1}"/>
              </a:ext>
            </a:extLst>
          </p:cNvPr>
          <p:cNvSpPr>
            <a:spLocks noGrp="1"/>
          </p:cNvSpPr>
          <p:nvPr>
            <p:ph type="title"/>
          </p:nvPr>
        </p:nvSpPr>
        <p:spPr/>
        <p:txBody>
          <a:bodyPr/>
          <a:lstStyle/>
          <a:p>
            <a:r>
              <a:rPr lang="en-US" cap="none" dirty="0"/>
              <a:t>KNN Classifier Working Principle</a:t>
            </a:r>
          </a:p>
        </p:txBody>
      </p:sp>
      <p:sp>
        <p:nvSpPr>
          <p:cNvPr id="3" name="Content Placeholder 2">
            <a:extLst>
              <a:ext uri="{FF2B5EF4-FFF2-40B4-BE49-F238E27FC236}">
                <a16:creationId xmlns:a16="http://schemas.microsoft.com/office/drawing/2014/main" id="{EE33A775-9488-4455-996F-B4A6B4CF2A37}"/>
              </a:ext>
            </a:extLst>
          </p:cNvPr>
          <p:cNvSpPr>
            <a:spLocks noGrp="1"/>
          </p:cNvSpPr>
          <p:nvPr>
            <p:ph idx="1"/>
          </p:nvPr>
        </p:nvSpPr>
        <p:spPr>
          <a:xfrm>
            <a:off x="581192" y="1825659"/>
            <a:ext cx="4650684" cy="1013800"/>
          </a:xfrm>
        </p:spPr>
        <p:txBody>
          <a:bodyPr/>
          <a:lstStyle/>
          <a:p>
            <a:r>
              <a:rPr lang="en-US" dirty="0">
                <a:latin typeface="Times New Roman" panose="02020603050405020304" pitchFamily="18" charset="0"/>
                <a:cs typeface="Times New Roman" panose="02020603050405020304" pitchFamily="18" charset="0"/>
              </a:rPr>
              <a:t>Step 1: Selecting the value of K for KNN</a:t>
            </a:r>
          </a:p>
        </p:txBody>
      </p:sp>
      <p:pic>
        <p:nvPicPr>
          <p:cNvPr id="4" name="Picture 3">
            <a:extLst>
              <a:ext uri="{FF2B5EF4-FFF2-40B4-BE49-F238E27FC236}">
                <a16:creationId xmlns:a16="http://schemas.microsoft.com/office/drawing/2014/main" id="{BA082788-4431-4DD1-9B67-D43675DD26B5}"/>
              </a:ext>
            </a:extLst>
          </p:cNvPr>
          <p:cNvPicPr/>
          <p:nvPr/>
        </p:nvPicPr>
        <p:blipFill rotWithShape="1">
          <a:blip r:embed="rId2" cstate="print">
            <a:extLst>
              <a:ext uri="{28A0092B-C50C-407E-A947-70E740481C1C}">
                <a14:useLocalDpi xmlns:a14="http://schemas.microsoft.com/office/drawing/2010/main" val="0"/>
              </a:ext>
            </a:extLst>
          </a:blip>
          <a:srcRect t="16737" b="25614"/>
          <a:stretch/>
        </p:blipFill>
        <p:spPr bwMode="auto">
          <a:xfrm>
            <a:off x="1895420" y="2509520"/>
            <a:ext cx="2082692" cy="1685408"/>
          </a:xfrm>
          <a:prstGeom prst="rect">
            <a:avLst/>
          </a:prstGeom>
          <a:ln>
            <a:noFill/>
          </a:ln>
          <a:extLst>
            <a:ext uri="{53640926-AAD7-44D8-BBD7-CCE9431645EC}">
              <a14:shadowObscured xmlns:a14="http://schemas.microsoft.com/office/drawing/2010/main"/>
            </a:ext>
          </a:extLst>
        </p:spPr>
      </p:pic>
      <p:sp>
        <p:nvSpPr>
          <p:cNvPr id="5" name="Content Placeholder 2">
            <a:extLst>
              <a:ext uri="{FF2B5EF4-FFF2-40B4-BE49-F238E27FC236}">
                <a16:creationId xmlns:a16="http://schemas.microsoft.com/office/drawing/2014/main" id="{8A0DE3A1-D54B-4A18-9C7E-54063E3F7EF0}"/>
              </a:ext>
            </a:extLst>
          </p:cNvPr>
          <p:cNvSpPr txBox="1">
            <a:spLocks/>
          </p:cNvSpPr>
          <p:nvPr/>
        </p:nvSpPr>
        <p:spPr>
          <a:xfrm>
            <a:off x="5888548" y="1825659"/>
            <a:ext cx="5159666" cy="1013800"/>
          </a:xfrm>
          <a:prstGeom prst="rect">
            <a:avLst/>
          </a:prstGeom>
        </p:spPr>
        <p:txBody>
          <a:bodyPr vert="horz" lIns="91440" tIns="45720" rIns="91440" bIns="45720" rtlCol="0" anchor="ctr">
            <a:normAutofit/>
          </a:bodyPr>
          <a:lst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a:lstStyle>
          <a:p>
            <a:r>
              <a:rPr lang="en-US" dirty="0">
                <a:latin typeface="Times New Roman" panose="02020603050405020304" pitchFamily="18" charset="0"/>
                <a:cs typeface="Times New Roman" panose="02020603050405020304" pitchFamily="18" charset="0"/>
              </a:rPr>
              <a:t>Step 2: Distance calculation for each data point</a:t>
            </a:r>
          </a:p>
        </p:txBody>
      </p:sp>
      <p:pic>
        <p:nvPicPr>
          <p:cNvPr id="6" name="Picture 5">
            <a:extLst>
              <a:ext uri="{FF2B5EF4-FFF2-40B4-BE49-F238E27FC236}">
                <a16:creationId xmlns:a16="http://schemas.microsoft.com/office/drawing/2014/main" id="{107B245A-9AB5-42B1-A2F4-10805E331539}"/>
              </a:ext>
            </a:extLst>
          </p:cNvPr>
          <p:cNvPicPr/>
          <p:nvPr/>
        </p:nvPicPr>
        <p:blipFill rotWithShape="1">
          <a:blip r:embed="rId3" cstate="print">
            <a:extLst>
              <a:ext uri="{28A0092B-C50C-407E-A947-70E740481C1C}">
                <a14:useLocalDpi xmlns:a14="http://schemas.microsoft.com/office/drawing/2010/main" val="0"/>
              </a:ext>
            </a:extLst>
          </a:blip>
          <a:srcRect t="16272" b="32239"/>
          <a:stretch/>
        </p:blipFill>
        <p:spPr bwMode="auto">
          <a:xfrm>
            <a:off x="7338081" y="2549008"/>
            <a:ext cx="2260600" cy="1645920"/>
          </a:xfrm>
          <a:prstGeom prst="rect">
            <a:avLst/>
          </a:prstGeom>
          <a:ln>
            <a:noFill/>
          </a:ln>
          <a:extLst>
            <a:ext uri="{53640926-AAD7-44D8-BBD7-CCE9431645EC}">
              <a14:shadowObscured xmlns:a14="http://schemas.microsoft.com/office/drawing/2010/main"/>
            </a:ext>
          </a:extLst>
        </p:spPr>
      </p:pic>
      <p:sp>
        <p:nvSpPr>
          <p:cNvPr id="7" name="Content Placeholder 2">
            <a:extLst>
              <a:ext uri="{FF2B5EF4-FFF2-40B4-BE49-F238E27FC236}">
                <a16:creationId xmlns:a16="http://schemas.microsoft.com/office/drawing/2014/main" id="{108BABA8-ACC9-409F-9A9A-F2BD0EC4F4A7}"/>
              </a:ext>
            </a:extLst>
          </p:cNvPr>
          <p:cNvSpPr txBox="1">
            <a:spLocks/>
          </p:cNvSpPr>
          <p:nvPr/>
        </p:nvSpPr>
        <p:spPr>
          <a:xfrm>
            <a:off x="581191" y="4194928"/>
            <a:ext cx="5056037" cy="1013800"/>
          </a:xfrm>
          <a:prstGeom prst="rect">
            <a:avLst/>
          </a:prstGeom>
        </p:spPr>
        <p:txBody>
          <a:bodyPr vert="horz" lIns="91440" tIns="45720" rIns="91440" bIns="45720" rtlCol="0" anchor="ctr">
            <a:normAutofit/>
          </a:bodyPr>
          <a:lst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a:lstStyle>
          <a:p>
            <a:r>
              <a:rPr lang="en-US" dirty="0">
                <a:latin typeface="Times New Roman" panose="02020603050405020304" pitchFamily="18" charset="0"/>
                <a:cs typeface="Times New Roman" panose="02020603050405020304" pitchFamily="18" charset="0"/>
              </a:rPr>
              <a:t>Step 3: Voting and Prediction for new data point</a:t>
            </a:r>
          </a:p>
        </p:txBody>
      </p:sp>
      <p:pic>
        <p:nvPicPr>
          <p:cNvPr id="8" name="Picture 7">
            <a:extLst>
              <a:ext uri="{FF2B5EF4-FFF2-40B4-BE49-F238E27FC236}">
                <a16:creationId xmlns:a16="http://schemas.microsoft.com/office/drawing/2014/main" id="{ED4097B5-3415-4A55-9ADC-02B3F0EB4E8D}"/>
              </a:ext>
            </a:extLst>
          </p:cNvPr>
          <p:cNvPicPr/>
          <p:nvPr/>
        </p:nvPicPr>
        <p:blipFill rotWithShape="1">
          <a:blip r:embed="rId4" cstate="print">
            <a:extLst>
              <a:ext uri="{28A0092B-C50C-407E-A947-70E740481C1C}">
                <a14:useLocalDpi xmlns:a14="http://schemas.microsoft.com/office/drawing/2010/main" val="0"/>
              </a:ext>
            </a:extLst>
          </a:blip>
          <a:srcRect t="19580" b="35088"/>
          <a:stretch/>
        </p:blipFill>
        <p:spPr bwMode="auto">
          <a:xfrm>
            <a:off x="1764556" y="5004590"/>
            <a:ext cx="2344420" cy="1503045"/>
          </a:xfrm>
          <a:prstGeom prst="rect">
            <a:avLst/>
          </a:prstGeom>
          <a:ln>
            <a:noFill/>
          </a:ln>
          <a:extLst>
            <a:ext uri="{53640926-AAD7-44D8-BBD7-CCE9431645EC}">
              <a14:shadowObscured xmlns:a14="http://schemas.microsoft.com/office/drawing/2010/main"/>
            </a:ext>
          </a:extLst>
        </p:spPr>
      </p:pic>
      <p:sp>
        <p:nvSpPr>
          <p:cNvPr id="9" name="Content Placeholder 2">
            <a:extLst>
              <a:ext uri="{FF2B5EF4-FFF2-40B4-BE49-F238E27FC236}">
                <a16:creationId xmlns:a16="http://schemas.microsoft.com/office/drawing/2014/main" id="{43FA0C96-8B2B-4ADC-B536-101E267B2B17}"/>
              </a:ext>
            </a:extLst>
          </p:cNvPr>
          <p:cNvSpPr txBox="1">
            <a:spLocks/>
          </p:cNvSpPr>
          <p:nvPr/>
        </p:nvSpPr>
        <p:spPr>
          <a:xfrm>
            <a:off x="5888548" y="4194928"/>
            <a:ext cx="5451897" cy="1013800"/>
          </a:xfrm>
          <a:prstGeom prst="rect">
            <a:avLst/>
          </a:prstGeom>
        </p:spPr>
        <p:txBody>
          <a:bodyPr vert="horz" lIns="91440" tIns="45720" rIns="91440" bIns="45720" rtlCol="0" anchor="ctr">
            <a:normAutofit/>
          </a:bodyPr>
          <a:lst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a:lstStyle>
          <a:p>
            <a:r>
              <a:rPr lang="en-US" dirty="0">
                <a:latin typeface="Times New Roman" panose="02020603050405020304" pitchFamily="18" charset="0"/>
                <a:cs typeface="Times New Roman" panose="02020603050405020304" pitchFamily="18" charset="0"/>
              </a:rPr>
              <a:t>Step 4:  Predicting the Class of the new data point</a:t>
            </a:r>
          </a:p>
        </p:txBody>
      </p:sp>
      <p:pic>
        <p:nvPicPr>
          <p:cNvPr id="10" name="Picture 9">
            <a:extLst>
              <a:ext uri="{FF2B5EF4-FFF2-40B4-BE49-F238E27FC236}">
                <a16:creationId xmlns:a16="http://schemas.microsoft.com/office/drawing/2014/main" id="{AA398EE8-19C0-481F-901B-5383348C1B01}"/>
              </a:ext>
            </a:extLst>
          </p:cNvPr>
          <p:cNvPicPr/>
          <p:nvPr/>
        </p:nvPicPr>
        <p:blipFill rotWithShape="1">
          <a:blip r:embed="rId5" cstate="print">
            <a:extLst>
              <a:ext uri="{28A0092B-C50C-407E-A947-70E740481C1C}">
                <a14:useLocalDpi xmlns:a14="http://schemas.microsoft.com/office/drawing/2010/main" val="0"/>
              </a:ext>
            </a:extLst>
          </a:blip>
          <a:srcRect t="20129" b="35958"/>
          <a:stretch/>
        </p:blipFill>
        <p:spPr bwMode="auto">
          <a:xfrm>
            <a:off x="7229496" y="4995163"/>
            <a:ext cx="2477770" cy="1539240"/>
          </a:xfrm>
          <a:prstGeom prst="rect">
            <a:avLst/>
          </a:prstGeom>
          <a:ln>
            <a:noFill/>
          </a:ln>
          <a:extLst>
            <a:ext uri="{53640926-AAD7-44D8-BBD7-CCE9431645EC}">
              <a14:shadowObscured xmlns:a14="http://schemas.microsoft.com/office/drawing/2010/main"/>
            </a:ext>
          </a:extLst>
        </p:spPr>
      </p:pic>
      <p:sp>
        <p:nvSpPr>
          <p:cNvPr id="11" name="Content Placeholder 2">
            <a:extLst>
              <a:ext uri="{FF2B5EF4-FFF2-40B4-BE49-F238E27FC236}">
                <a16:creationId xmlns:a16="http://schemas.microsoft.com/office/drawing/2014/main" id="{7E15E2F9-9028-4D75-A9C0-5AA9298E21AA}"/>
              </a:ext>
            </a:extLst>
          </p:cNvPr>
          <p:cNvSpPr txBox="1">
            <a:spLocks/>
          </p:cNvSpPr>
          <p:nvPr/>
        </p:nvSpPr>
        <p:spPr>
          <a:xfrm>
            <a:off x="88236" y="4110972"/>
            <a:ext cx="5697060" cy="517068"/>
          </a:xfrm>
          <a:prstGeom prst="rect">
            <a:avLst/>
          </a:prstGeom>
        </p:spPr>
        <p:txBody>
          <a:bodyPr vert="horz" lIns="91440" tIns="45720" rIns="91440" bIns="45720" rtlCol="0" anchor="ctr">
            <a:normAutofit/>
          </a:bodyPr>
          <a:lst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a:lstStyle>
          <a:p>
            <a:pPr marL="0" indent="0" algn="ctr">
              <a:buNone/>
            </a:pPr>
            <a:r>
              <a:rPr lang="en-US" sz="1200" dirty="0">
                <a:latin typeface="Times New Roman" panose="02020603050405020304" pitchFamily="18" charset="0"/>
                <a:cs typeface="Times New Roman" panose="02020603050405020304" pitchFamily="18" charset="0"/>
              </a:rPr>
              <a:t>Impact of value k on KNN classification</a:t>
            </a:r>
          </a:p>
        </p:txBody>
      </p:sp>
      <p:sp>
        <p:nvSpPr>
          <p:cNvPr id="12" name="Content Placeholder 2">
            <a:extLst>
              <a:ext uri="{FF2B5EF4-FFF2-40B4-BE49-F238E27FC236}">
                <a16:creationId xmlns:a16="http://schemas.microsoft.com/office/drawing/2014/main" id="{D7B77263-4DB5-4BE5-9C7E-4FB9065F098B}"/>
              </a:ext>
            </a:extLst>
          </p:cNvPr>
          <p:cNvSpPr txBox="1">
            <a:spLocks/>
          </p:cNvSpPr>
          <p:nvPr/>
        </p:nvSpPr>
        <p:spPr>
          <a:xfrm>
            <a:off x="5765966" y="4068109"/>
            <a:ext cx="5697060" cy="517068"/>
          </a:xfrm>
          <a:prstGeom prst="rect">
            <a:avLst/>
          </a:prstGeom>
        </p:spPr>
        <p:txBody>
          <a:bodyPr vert="horz" lIns="91440" tIns="45720" rIns="91440" bIns="45720" rtlCol="0" anchor="ctr">
            <a:normAutofit/>
          </a:bodyPr>
          <a:lst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a:lstStyle>
          <a:p>
            <a:pPr marL="0" indent="0" algn="ctr">
              <a:buNone/>
            </a:pPr>
            <a:r>
              <a:rPr lang="en-US" sz="1200" dirty="0">
                <a:latin typeface="Times New Roman" panose="02020603050405020304" pitchFamily="18" charset="0"/>
                <a:cs typeface="Times New Roman" panose="02020603050405020304" pitchFamily="18" charset="0"/>
              </a:rPr>
              <a:t>Calculated distance for each data point</a:t>
            </a:r>
          </a:p>
        </p:txBody>
      </p:sp>
      <p:sp>
        <p:nvSpPr>
          <p:cNvPr id="14" name="Content Placeholder 2">
            <a:extLst>
              <a:ext uri="{FF2B5EF4-FFF2-40B4-BE49-F238E27FC236}">
                <a16:creationId xmlns:a16="http://schemas.microsoft.com/office/drawing/2014/main" id="{6E1508EF-0C6E-4DF9-80D6-98F2336BFC2B}"/>
              </a:ext>
            </a:extLst>
          </p:cNvPr>
          <p:cNvSpPr txBox="1">
            <a:spLocks/>
          </p:cNvSpPr>
          <p:nvPr/>
        </p:nvSpPr>
        <p:spPr>
          <a:xfrm>
            <a:off x="88236" y="6341858"/>
            <a:ext cx="5697060" cy="517068"/>
          </a:xfrm>
          <a:prstGeom prst="rect">
            <a:avLst/>
          </a:prstGeom>
        </p:spPr>
        <p:txBody>
          <a:bodyPr vert="horz" lIns="91440" tIns="45720" rIns="91440" bIns="45720" rtlCol="0" anchor="ctr">
            <a:normAutofit/>
          </a:bodyPr>
          <a:lst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a:lstStyle>
          <a:p>
            <a:pPr marL="0" indent="0" algn="ctr">
              <a:buNone/>
            </a:pPr>
            <a:r>
              <a:rPr lang="en-US" sz="1200" dirty="0">
                <a:latin typeface="Times New Roman" panose="02020603050405020304" pitchFamily="18" charset="0"/>
                <a:cs typeface="Times New Roman" panose="02020603050405020304" pitchFamily="18" charset="0"/>
              </a:rPr>
              <a:t>Voting based on the distance calculated</a:t>
            </a:r>
          </a:p>
        </p:txBody>
      </p:sp>
      <p:sp>
        <p:nvSpPr>
          <p:cNvPr id="15" name="Content Placeholder 2">
            <a:extLst>
              <a:ext uri="{FF2B5EF4-FFF2-40B4-BE49-F238E27FC236}">
                <a16:creationId xmlns:a16="http://schemas.microsoft.com/office/drawing/2014/main" id="{A457BF78-4B1C-4288-A26D-11C0C951422A}"/>
              </a:ext>
            </a:extLst>
          </p:cNvPr>
          <p:cNvSpPr txBox="1">
            <a:spLocks/>
          </p:cNvSpPr>
          <p:nvPr/>
        </p:nvSpPr>
        <p:spPr>
          <a:xfrm>
            <a:off x="5638705" y="6340837"/>
            <a:ext cx="5697060" cy="517068"/>
          </a:xfrm>
          <a:prstGeom prst="rect">
            <a:avLst/>
          </a:prstGeom>
        </p:spPr>
        <p:txBody>
          <a:bodyPr vert="horz" lIns="91440" tIns="45720" rIns="91440" bIns="45720" rtlCol="0" anchor="ctr">
            <a:normAutofit/>
          </a:bodyPr>
          <a:lst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a:lstStyle>
          <a:p>
            <a:pPr marL="0" indent="0" algn="ctr">
              <a:buNone/>
            </a:pPr>
            <a:r>
              <a:rPr lang="en-US" sz="1200" dirty="0">
                <a:latin typeface="Times New Roman" panose="02020603050405020304" pitchFamily="18" charset="0"/>
                <a:cs typeface="Times New Roman" panose="02020603050405020304" pitchFamily="18" charset="0"/>
              </a:rPr>
              <a:t>Assignment of class after majority voting</a:t>
            </a:r>
          </a:p>
        </p:txBody>
      </p:sp>
    </p:spTree>
    <p:extLst>
      <p:ext uri="{BB962C8B-B14F-4D97-AF65-F5344CB8AC3E}">
        <p14:creationId xmlns:p14="http://schemas.microsoft.com/office/powerpoint/2010/main" val="150837963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8115108-4B31-4869-81E1-9C98DF595E3F}"/>
              </a:ext>
            </a:extLst>
          </p:cNvPr>
          <p:cNvSpPr>
            <a:spLocks noGrp="1"/>
          </p:cNvSpPr>
          <p:nvPr>
            <p:ph type="title"/>
          </p:nvPr>
        </p:nvSpPr>
        <p:spPr/>
        <p:txBody>
          <a:bodyPr/>
          <a:lstStyle/>
          <a:p>
            <a:r>
              <a:rPr lang="en-US" cap="none" dirty="0"/>
              <a:t>Results and Unit Test for Native </a:t>
            </a:r>
            <a:r>
              <a:rPr lang="en-US" cap="none" dirty="0" smtClean="0"/>
              <a:t>HTM and KNN </a:t>
            </a:r>
            <a:r>
              <a:rPr lang="en-US" cap="none" dirty="0"/>
              <a:t>Classifier</a:t>
            </a:r>
          </a:p>
        </p:txBody>
      </p:sp>
      <p:pic>
        <p:nvPicPr>
          <p:cNvPr id="4" name="Content Placeholder 3">
            <a:extLst>
              <a:ext uri="{FF2B5EF4-FFF2-40B4-BE49-F238E27FC236}">
                <a16:creationId xmlns:a16="http://schemas.microsoft.com/office/drawing/2014/main" id="{CE95CA3E-73CE-413F-815A-560035528BAE}"/>
              </a:ext>
            </a:extLst>
          </p:cNvPr>
          <p:cNvPicPr>
            <a:picLocks noGrp="1"/>
          </p:cNvPicPr>
          <p:nvPr>
            <p:ph idx="1"/>
          </p:nvPr>
        </p:nvPicPr>
        <p:blipFill>
          <a:blip r:embed="rId2"/>
          <a:stretch>
            <a:fillRect/>
          </a:stretch>
        </p:blipFill>
        <p:spPr>
          <a:xfrm>
            <a:off x="581191" y="2869381"/>
            <a:ext cx="5084317" cy="2598165"/>
          </a:xfrm>
          <a:prstGeom prst="rect">
            <a:avLst/>
          </a:prstGeom>
        </p:spPr>
      </p:pic>
      <p:sp>
        <p:nvSpPr>
          <p:cNvPr id="5" name="Content Placeholder 2">
            <a:extLst>
              <a:ext uri="{FF2B5EF4-FFF2-40B4-BE49-F238E27FC236}">
                <a16:creationId xmlns:a16="http://schemas.microsoft.com/office/drawing/2014/main" id="{A36153C9-D529-40E0-ABE8-57141B4A1CB5}"/>
              </a:ext>
            </a:extLst>
          </p:cNvPr>
          <p:cNvSpPr txBox="1">
            <a:spLocks/>
          </p:cNvSpPr>
          <p:nvPr/>
        </p:nvSpPr>
        <p:spPr>
          <a:xfrm>
            <a:off x="0" y="5638776"/>
            <a:ext cx="5697060" cy="517068"/>
          </a:xfrm>
          <a:prstGeom prst="rect">
            <a:avLst/>
          </a:prstGeom>
        </p:spPr>
        <p:txBody>
          <a:bodyPr vert="horz" lIns="91440" tIns="45720" rIns="91440" bIns="45720" rtlCol="0" anchor="ctr">
            <a:normAutofit/>
          </a:bodyPr>
          <a:lst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a:lstStyle>
          <a:p>
            <a:pPr marL="0" indent="0" algn="ctr">
              <a:buNone/>
            </a:pPr>
            <a:r>
              <a:rPr lang="fr-FR" sz="1200" dirty="0">
                <a:latin typeface="Times New Roman" panose="02020603050405020304" pitchFamily="18" charset="0"/>
                <a:cs typeface="Times New Roman" panose="02020603050405020304" pitchFamily="18" charset="0"/>
              </a:rPr>
              <a:t>Native </a:t>
            </a:r>
            <a:r>
              <a:rPr lang="fr-FR" sz="1200" dirty="0" smtClean="0">
                <a:latin typeface="Times New Roman" panose="02020603050405020304" pitchFamily="18" charset="0"/>
                <a:cs typeface="Times New Roman" panose="02020603050405020304" pitchFamily="18" charset="0"/>
              </a:rPr>
              <a:t>HTM &amp; KNN </a:t>
            </a:r>
            <a:r>
              <a:rPr lang="fr-FR" sz="1200" dirty="0">
                <a:latin typeface="Times New Roman" panose="02020603050405020304" pitchFamily="18" charset="0"/>
                <a:cs typeface="Times New Roman" panose="02020603050405020304" pitchFamily="18" charset="0"/>
              </a:rPr>
              <a:t>Classifier Output</a:t>
            </a:r>
            <a:endParaRPr lang="en-US" sz="1200" dirty="0">
              <a:latin typeface="Times New Roman" panose="02020603050405020304" pitchFamily="18" charset="0"/>
              <a:cs typeface="Times New Roman" panose="02020603050405020304" pitchFamily="18" charset="0"/>
            </a:endParaRPr>
          </a:p>
        </p:txBody>
      </p:sp>
      <p:pic>
        <p:nvPicPr>
          <p:cNvPr id="6" name="Picture 5">
            <a:extLst>
              <a:ext uri="{FF2B5EF4-FFF2-40B4-BE49-F238E27FC236}">
                <a16:creationId xmlns:a16="http://schemas.microsoft.com/office/drawing/2014/main" id="{1639BBA4-E3B6-4A9B-8BE6-9D070946A10F}"/>
              </a:ext>
            </a:extLst>
          </p:cNvPr>
          <p:cNvPicPr/>
          <p:nvPr/>
        </p:nvPicPr>
        <p:blipFill>
          <a:blip r:embed="rId3"/>
          <a:stretch>
            <a:fillRect/>
          </a:stretch>
        </p:blipFill>
        <p:spPr>
          <a:xfrm>
            <a:off x="6526491" y="2869381"/>
            <a:ext cx="5084317" cy="2598165"/>
          </a:xfrm>
          <a:prstGeom prst="rect">
            <a:avLst/>
          </a:prstGeom>
        </p:spPr>
      </p:pic>
      <p:sp>
        <p:nvSpPr>
          <p:cNvPr id="7" name="Content Placeholder 2">
            <a:extLst>
              <a:ext uri="{FF2B5EF4-FFF2-40B4-BE49-F238E27FC236}">
                <a16:creationId xmlns:a16="http://schemas.microsoft.com/office/drawing/2014/main" id="{EEC6DA80-E164-4524-85CC-D53162526ED3}"/>
              </a:ext>
            </a:extLst>
          </p:cNvPr>
          <p:cNvSpPr txBox="1">
            <a:spLocks/>
          </p:cNvSpPr>
          <p:nvPr/>
        </p:nvSpPr>
        <p:spPr>
          <a:xfrm>
            <a:off x="5913748" y="5638776"/>
            <a:ext cx="5697060" cy="517068"/>
          </a:xfrm>
          <a:prstGeom prst="rect">
            <a:avLst/>
          </a:prstGeom>
        </p:spPr>
        <p:txBody>
          <a:bodyPr vert="horz" lIns="91440" tIns="45720" rIns="91440" bIns="45720" rtlCol="0" anchor="ctr">
            <a:normAutofit/>
          </a:bodyPr>
          <a:lst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a:lstStyle>
          <a:p>
            <a:pPr marL="0" indent="0" algn="ctr">
              <a:buNone/>
            </a:pPr>
            <a:r>
              <a:rPr lang="fr-FR" sz="1200" dirty="0">
                <a:latin typeface="Times New Roman" panose="02020603050405020304" pitchFamily="18" charset="0"/>
                <a:cs typeface="Times New Roman" panose="02020603050405020304" pitchFamily="18" charset="0"/>
              </a:rPr>
              <a:t>Unit Tests for Native </a:t>
            </a:r>
            <a:r>
              <a:rPr lang="fr-FR" sz="1200" dirty="0" smtClean="0">
                <a:latin typeface="Times New Roman" panose="02020603050405020304" pitchFamily="18" charset="0"/>
                <a:cs typeface="Times New Roman" panose="02020603050405020304" pitchFamily="18" charset="0"/>
              </a:rPr>
              <a:t>HTM &amp; KNN </a:t>
            </a:r>
            <a:r>
              <a:rPr lang="fr-FR" sz="1200" dirty="0">
                <a:latin typeface="Times New Roman" panose="02020603050405020304" pitchFamily="18" charset="0"/>
                <a:cs typeface="Times New Roman" panose="02020603050405020304" pitchFamily="18" charset="0"/>
              </a:rPr>
              <a:t>Classifier</a:t>
            </a:r>
            <a:endParaRPr lang="en-US" sz="1200" dirty="0">
              <a:latin typeface="Times New Roman" panose="02020603050405020304" pitchFamily="18" charset="0"/>
              <a:cs typeface="Times New Roman" panose="02020603050405020304" pitchFamily="18" charset="0"/>
            </a:endParaRPr>
          </a:p>
        </p:txBody>
      </p:sp>
      <p:sp>
        <p:nvSpPr>
          <p:cNvPr id="8" name="Content Placeholder 2">
            <a:extLst>
              <a:ext uri="{FF2B5EF4-FFF2-40B4-BE49-F238E27FC236}">
                <a16:creationId xmlns:a16="http://schemas.microsoft.com/office/drawing/2014/main" id="{9689C893-D868-49DB-9E6B-CF2FEAC37464}"/>
              </a:ext>
            </a:extLst>
          </p:cNvPr>
          <p:cNvSpPr txBox="1">
            <a:spLocks/>
          </p:cNvSpPr>
          <p:nvPr/>
        </p:nvSpPr>
        <p:spPr>
          <a:xfrm>
            <a:off x="485941" y="1887186"/>
            <a:ext cx="11029615" cy="939776"/>
          </a:xfrm>
          <a:prstGeom prst="rect">
            <a:avLst/>
          </a:prstGeom>
        </p:spPr>
        <p:txBody>
          <a:bodyPr vert="horz" lIns="91440" tIns="45720" rIns="91440" bIns="45720" rtlCol="0" anchor="ctr">
            <a:normAutofit/>
          </a:bodyPr>
          <a:lst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a:lstStyle>
          <a:p>
            <a:pPr marL="0" indent="0" algn="just">
              <a:buFont typeface="Wingdings 2" panose="05020102010507070707" pitchFamily="18" charset="2"/>
              <a:buNone/>
            </a:pPr>
            <a:r>
              <a:rPr lang="en-US" sz="1400" dirty="0">
                <a:latin typeface="Times New Roman" panose="02020603050405020304" pitchFamily="18" charset="0"/>
                <a:cs typeface="Times New Roman" panose="02020603050405020304" pitchFamily="18" charset="0"/>
              </a:rPr>
              <a:t>The model takes two dimensional data points with three different classes and classifies the new data point using the KNN classifier. </a:t>
            </a:r>
          </a:p>
        </p:txBody>
      </p:sp>
    </p:spTree>
    <p:extLst>
      <p:ext uri="{BB962C8B-B14F-4D97-AF65-F5344CB8AC3E}">
        <p14:creationId xmlns:p14="http://schemas.microsoft.com/office/powerpoint/2010/main" val="161973164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F3320B9-A639-4D4E-ADA8-9975E73AC0FC}"/>
              </a:ext>
            </a:extLst>
          </p:cNvPr>
          <p:cNvSpPr>
            <a:spLocks noGrp="1"/>
          </p:cNvSpPr>
          <p:nvPr>
            <p:ph type="title"/>
          </p:nvPr>
        </p:nvSpPr>
        <p:spPr/>
        <p:txBody>
          <a:bodyPr/>
          <a:lstStyle/>
          <a:p>
            <a:r>
              <a:rPr lang="en-US" cap="none" dirty="0"/>
              <a:t>Integration of </a:t>
            </a:r>
            <a:r>
              <a:rPr lang="en-US" cap="none" dirty="0" smtClean="0"/>
              <a:t>HTM &amp; KNN </a:t>
            </a:r>
            <a:r>
              <a:rPr lang="en-US" cap="none" dirty="0"/>
              <a:t>with Neocortex API</a:t>
            </a:r>
          </a:p>
        </p:txBody>
      </p:sp>
      <p:sp>
        <p:nvSpPr>
          <p:cNvPr id="3" name="Content Placeholder 2">
            <a:extLst>
              <a:ext uri="{FF2B5EF4-FFF2-40B4-BE49-F238E27FC236}">
                <a16:creationId xmlns:a16="http://schemas.microsoft.com/office/drawing/2014/main" id="{968341BC-BC08-4D61-A253-15B0660A603D}"/>
              </a:ext>
            </a:extLst>
          </p:cNvPr>
          <p:cNvSpPr>
            <a:spLocks noGrp="1"/>
          </p:cNvSpPr>
          <p:nvPr>
            <p:ph idx="1"/>
          </p:nvPr>
        </p:nvSpPr>
        <p:spPr>
          <a:xfrm>
            <a:off x="581191" y="1948226"/>
            <a:ext cx="11029615" cy="937849"/>
          </a:xfrm>
        </p:spPr>
        <p:txBody>
          <a:bodyPr>
            <a:normAutofit/>
          </a:bodyPr>
          <a:lstStyle/>
          <a:p>
            <a:pPr marL="0" indent="0">
              <a:buNone/>
            </a:pPr>
            <a:r>
              <a:rPr lang="en-US" sz="1400" smtClean="0">
                <a:latin typeface="Times New Roman" panose="02020603050405020304" pitchFamily="18" charset="0"/>
                <a:cs typeface="Times New Roman" panose="02020603050405020304" pitchFamily="18" charset="0"/>
              </a:rPr>
              <a:t>A comprehensive framework for sequence learning and classification incorporates input images, </a:t>
            </a:r>
            <a:r>
              <a:rPr lang="en-US" sz="1400" smtClean="0">
                <a:latin typeface="Times New Roman" panose="02020603050405020304" pitchFamily="18" charset="0"/>
                <a:cs typeface="Times New Roman" panose="02020603050405020304" pitchFamily="18" charset="0"/>
              </a:rPr>
              <a:t>binarization</a:t>
            </a:r>
            <a:r>
              <a:rPr lang="en-US" sz="1400" smtClean="0">
                <a:latin typeface="Times New Roman" panose="02020603050405020304" pitchFamily="18" charset="0"/>
                <a:cs typeface="Times New Roman" panose="02020603050405020304" pitchFamily="18" charset="0"/>
              </a:rPr>
              <a:t>,  encoder, Spatial Pooler, </a:t>
            </a:r>
            <a:r>
              <a:rPr lang="en-US" sz="1400" smtClean="0">
                <a:latin typeface="Times New Roman" panose="02020603050405020304" pitchFamily="18" charset="0"/>
                <a:cs typeface="Times New Roman" panose="02020603050405020304" pitchFamily="18" charset="0"/>
              </a:rPr>
              <a:t>Hierarchical Temporal Memory (HTM) , </a:t>
            </a:r>
            <a:r>
              <a:rPr lang="en-US" sz="1400" smtClean="0">
                <a:latin typeface="Times New Roman" panose="02020603050405020304" pitchFamily="18" charset="0"/>
                <a:cs typeface="Times New Roman" panose="02020603050405020304" pitchFamily="18" charset="0"/>
              </a:rPr>
              <a:t>and K-nearest neighbor (KNN) classifier. </a:t>
            </a:r>
            <a:endParaRPr lang="en-US" sz="1400" dirty="0">
              <a:latin typeface="Times New Roman" panose="02020603050405020304" pitchFamily="18" charset="0"/>
              <a:cs typeface="Times New Roman" panose="02020603050405020304" pitchFamily="18" charset="0"/>
            </a:endParaRPr>
          </a:p>
        </p:txBody>
      </p:sp>
      <p:sp>
        <p:nvSpPr>
          <p:cNvPr id="5" name="Content Placeholder 2">
            <a:extLst>
              <a:ext uri="{FF2B5EF4-FFF2-40B4-BE49-F238E27FC236}">
                <a16:creationId xmlns:a16="http://schemas.microsoft.com/office/drawing/2014/main" id="{B08F994A-B18C-41DD-AB43-B93C63467C61}"/>
              </a:ext>
            </a:extLst>
          </p:cNvPr>
          <p:cNvSpPr txBox="1">
            <a:spLocks/>
          </p:cNvSpPr>
          <p:nvPr/>
        </p:nvSpPr>
        <p:spPr>
          <a:xfrm>
            <a:off x="3170223" y="6200989"/>
            <a:ext cx="5697060" cy="517068"/>
          </a:xfrm>
          <a:prstGeom prst="rect">
            <a:avLst/>
          </a:prstGeom>
        </p:spPr>
        <p:txBody>
          <a:bodyPr vert="horz" lIns="91440" tIns="45720" rIns="91440" bIns="45720" rtlCol="0" anchor="ctr">
            <a:normAutofit/>
          </a:bodyPr>
          <a:lst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a:lstStyle>
          <a:p>
            <a:pPr marL="0" indent="0" algn="ctr">
              <a:buNone/>
            </a:pPr>
            <a:r>
              <a:rPr lang="en-US" sz="1200" dirty="0" smtClean="0">
                <a:latin typeface="Times New Roman" panose="02020603050405020304" pitchFamily="18" charset="0"/>
                <a:cs typeface="Times New Roman" panose="02020603050405020304" pitchFamily="18" charset="0"/>
              </a:rPr>
              <a:t>HTM and KNN classifiers </a:t>
            </a:r>
            <a:r>
              <a:rPr lang="en-US" sz="1200" dirty="0">
                <a:latin typeface="Times New Roman" panose="02020603050405020304" pitchFamily="18" charset="0"/>
                <a:cs typeface="Times New Roman" panose="02020603050405020304" pitchFamily="18" charset="0"/>
              </a:rPr>
              <a:t>integration with Neocortex API</a:t>
            </a:r>
          </a:p>
        </p:txBody>
      </p:sp>
      <p:pic>
        <p:nvPicPr>
          <p:cNvPr id="7" name="Picture 6"/>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472665" y="2839301"/>
            <a:ext cx="8005260" cy="3408462"/>
          </a:xfrm>
          <a:prstGeom prst="rect">
            <a:avLst/>
          </a:prstGeom>
        </p:spPr>
      </p:pic>
    </p:spTree>
    <p:extLst>
      <p:ext uri="{BB962C8B-B14F-4D97-AF65-F5344CB8AC3E}">
        <p14:creationId xmlns:p14="http://schemas.microsoft.com/office/powerpoint/2010/main" val="239748618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8A7045-AE31-4ACB-A185-EDE605A97A12}"/>
              </a:ext>
            </a:extLst>
          </p:cNvPr>
          <p:cNvSpPr>
            <a:spLocks noGrp="1"/>
          </p:cNvSpPr>
          <p:nvPr>
            <p:ph type="title"/>
          </p:nvPr>
        </p:nvSpPr>
        <p:spPr/>
        <p:txBody>
          <a:bodyPr/>
          <a:lstStyle/>
          <a:p>
            <a:r>
              <a:rPr lang="en-US" cap="none" dirty="0"/>
              <a:t>Results and Unit Test for </a:t>
            </a:r>
            <a:r>
              <a:rPr lang="en-US" cap="none" dirty="0" smtClean="0"/>
              <a:t>HTM &amp; KNN </a:t>
            </a:r>
            <a:r>
              <a:rPr lang="en-US" cap="none" dirty="0"/>
              <a:t>integrated with Neocortex API</a:t>
            </a:r>
            <a:endParaRPr lang="en-US" dirty="0"/>
          </a:p>
        </p:txBody>
      </p:sp>
      <p:pic>
        <p:nvPicPr>
          <p:cNvPr id="4" name="Content Placeholder 3">
            <a:extLst>
              <a:ext uri="{FF2B5EF4-FFF2-40B4-BE49-F238E27FC236}">
                <a16:creationId xmlns:a16="http://schemas.microsoft.com/office/drawing/2014/main" id="{138E262E-2BED-42D6-BEF9-BFE8261D5A28}"/>
              </a:ext>
            </a:extLst>
          </p:cNvPr>
          <p:cNvPicPr>
            <a:picLocks noGrp="1"/>
          </p:cNvPicPr>
          <p:nvPr>
            <p:ph idx="1"/>
          </p:nvPr>
        </p:nvPicPr>
        <p:blipFill rotWithShape="1">
          <a:blip r:embed="rId2"/>
          <a:srcRect t="5635"/>
          <a:stretch/>
        </p:blipFill>
        <p:spPr>
          <a:xfrm>
            <a:off x="1295594" y="2219325"/>
            <a:ext cx="3870294" cy="3794975"/>
          </a:xfrm>
          <a:prstGeom prst="rect">
            <a:avLst/>
          </a:prstGeom>
        </p:spPr>
      </p:pic>
      <p:sp>
        <p:nvSpPr>
          <p:cNvPr id="6" name="Content Placeholder 2">
            <a:extLst>
              <a:ext uri="{FF2B5EF4-FFF2-40B4-BE49-F238E27FC236}">
                <a16:creationId xmlns:a16="http://schemas.microsoft.com/office/drawing/2014/main" id="{31C5DCB7-6FFF-4ECB-B7D0-E94B5A89F6C5}"/>
              </a:ext>
            </a:extLst>
          </p:cNvPr>
          <p:cNvSpPr txBox="1">
            <a:spLocks/>
          </p:cNvSpPr>
          <p:nvPr/>
        </p:nvSpPr>
        <p:spPr>
          <a:xfrm>
            <a:off x="-215901" y="6014300"/>
            <a:ext cx="5697060" cy="517068"/>
          </a:xfrm>
          <a:prstGeom prst="rect">
            <a:avLst/>
          </a:prstGeom>
        </p:spPr>
        <p:txBody>
          <a:bodyPr vert="horz" lIns="91440" tIns="45720" rIns="91440" bIns="45720" rtlCol="0" anchor="ctr">
            <a:normAutofit/>
          </a:bodyPr>
          <a:lst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a:lstStyle>
          <a:p>
            <a:pPr marL="0" indent="0" algn="ctr">
              <a:buNone/>
            </a:pPr>
            <a:r>
              <a:rPr lang="en-US" sz="1200" dirty="0">
                <a:latin typeface="Times New Roman" panose="02020603050405020304" pitchFamily="18" charset="0"/>
                <a:cs typeface="Times New Roman" panose="02020603050405020304" pitchFamily="18" charset="0"/>
              </a:rPr>
              <a:t>KNN classifier integration with Neocortex API</a:t>
            </a:r>
          </a:p>
        </p:txBody>
      </p:sp>
      <p:pic>
        <p:nvPicPr>
          <p:cNvPr id="7" name="Picture 6">
            <a:extLst>
              <a:ext uri="{FF2B5EF4-FFF2-40B4-BE49-F238E27FC236}">
                <a16:creationId xmlns:a16="http://schemas.microsoft.com/office/drawing/2014/main" id="{745CB574-1445-474F-BB72-984478145B5A}"/>
              </a:ext>
            </a:extLst>
          </p:cNvPr>
          <p:cNvPicPr/>
          <p:nvPr/>
        </p:nvPicPr>
        <p:blipFill>
          <a:blip r:embed="rId3"/>
          <a:stretch>
            <a:fillRect/>
          </a:stretch>
        </p:blipFill>
        <p:spPr>
          <a:xfrm>
            <a:off x="5264864" y="2891530"/>
            <a:ext cx="6129649" cy="3122770"/>
          </a:xfrm>
          <a:prstGeom prst="rect">
            <a:avLst/>
          </a:prstGeom>
        </p:spPr>
      </p:pic>
      <p:sp>
        <p:nvSpPr>
          <p:cNvPr id="8" name="Content Placeholder 2">
            <a:extLst>
              <a:ext uri="{FF2B5EF4-FFF2-40B4-BE49-F238E27FC236}">
                <a16:creationId xmlns:a16="http://schemas.microsoft.com/office/drawing/2014/main" id="{B0910CB2-82B8-4E62-884F-C9EDD1A727D3}"/>
              </a:ext>
            </a:extLst>
          </p:cNvPr>
          <p:cNvSpPr txBox="1">
            <a:spLocks/>
          </p:cNvSpPr>
          <p:nvPr/>
        </p:nvSpPr>
        <p:spPr>
          <a:xfrm>
            <a:off x="5697453" y="6014300"/>
            <a:ext cx="5697060" cy="517068"/>
          </a:xfrm>
          <a:prstGeom prst="rect">
            <a:avLst/>
          </a:prstGeom>
        </p:spPr>
        <p:txBody>
          <a:bodyPr vert="horz" lIns="91440" tIns="45720" rIns="91440" bIns="45720" rtlCol="0" anchor="ctr">
            <a:normAutofit/>
          </a:bodyPr>
          <a:lst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a:lstStyle>
          <a:p>
            <a:pPr marL="0" indent="0" algn="ctr">
              <a:buNone/>
            </a:pPr>
            <a:r>
              <a:rPr lang="en-US" sz="1200" dirty="0">
                <a:latin typeface="Times New Roman" panose="02020603050405020304" pitchFamily="18" charset="0"/>
                <a:cs typeface="Times New Roman" panose="02020603050405020304" pitchFamily="18" charset="0"/>
              </a:rPr>
              <a:t>Unit tests for </a:t>
            </a:r>
            <a:r>
              <a:rPr lang="en-US" sz="1200" dirty="0" smtClean="0">
                <a:latin typeface="Times New Roman" panose="02020603050405020304" pitchFamily="18" charset="0"/>
                <a:cs typeface="Times New Roman" panose="02020603050405020304" pitchFamily="18" charset="0"/>
              </a:rPr>
              <a:t>HTM &amp; KNN </a:t>
            </a:r>
            <a:r>
              <a:rPr lang="en-US" sz="1200" dirty="0">
                <a:latin typeface="Times New Roman" panose="02020603050405020304" pitchFamily="18" charset="0"/>
                <a:cs typeface="Times New Roman" panose="02020603050405020304" pitchFamily="18" charset="0"/>
              </a:rPr>
              <a:t>classifier with Neocortex API</a:t>
            </a:r>
          </a:p>
        </p:txBody>
      </p:sp>
    </p:spTree>
    <p:extLst>
      <p:ext uri="{BB962C8B-B14F-4D97-AF65-F5344CB8AC3E}">
        <p14:creationId xmlns:p14="http://schemas.microsoft.com/office/powerpoint/2010/main" val="383016217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F3320B9-A639-4D4E-ADA8-9975E73AC0FC}"/>
              </a:ext>
            </a:extLst>
          </p:cNvPr>
          <p:cNvSpPr>
            <a:spLocks noGrp="1"/>
          </p:cNvSpPr>
          <p:nvPr>
            <p:ph type="title"/>
          </p:nvPr>
        </p:nvSpPr>
        <p:spPr/>
        <p:txBody>
          <a:bodyPr/>
          <a:lstStyle/>
          <a:p>
            <a:r>
              <a:rPr lang="en-US" cap="none" dirty="0" smtClean="0"/>
              <a:t>KNN </a:t>
            </a:r>
            <a:r>
              <a:rPr lang="en-US" cap="none" dirty="0"/>
              <a:t>classifier with Spatial Pooler generated SDRs</a:t>
            </a:r>
          </a:p>
        </p:txBody>
      </p:sp>
      <p:sp>
        <p:nvSpPr>
          <p:cNvPr id="3" name="Content Placeholder 2">
            <a:extLst>
              <a:ext uri="{FF2B5EF4-FFF2-40B4-BE49-F238E27FC236}">
                <a16:creationId xmlns:a16="http://schemas.microsoft.com/office/drawing/2014/main" id="{968341BC-BC08-4D61-A253-15B0660A603D}"/>
              </a:ext>
            </a:extLst>
          </p:cNvPr>
          <p:cNvSpPr>
            <a:spLocks noGrp="1"/>
          </p:cNvSpPr>
          <p:nvPr>
            <p:ph idx="1"/>
          </p:nvPr>
        </p:nvSpPr>
        <p:spPr>
          <a:xfrm>
            <a:off x="581192" y="1990725"/>
            <a:ext cx="5771483" cy="3714749"/>
          </a:xfrm>
        </p:spPr>
        <p:txBody>
          <a:bodyPr>
            <a:normAutofit/>
          </a:bodyPr>
          <a:lstStyle/>
          <a:p>
            <a:pPr algn="just">
              <a:buFont typeface="Courier New" panose="02070309020205020404" pitchFamily="49" charset="0"/>
              <a:buChar char="o"/>
            </a:pPr>
            <a:r>
              <a:rPr lang="en-US" sz="1200" dirty="0">
                <a:latin typeface="Times New Roman" panose="02020603050405020304" pitchFamily="18" charset="0"/>
                <a:cs typeface="Times New Roman" panose="02020603050405020304" pitchFamily="18" charset="0"/>
              </a:rPr>
              <a:t>From the Spatial Pooler Learning Experiment, the dataset for SDRs is obtained and split into 80% and 20% for training and testing respectively.</a:t>
            </a:r>
          </a:p>
          <a:p>
            <a:pPr algn="just">
              <a:buFont typeface="Courier New" panose="02070309020205020404" pitchFamily="49" charset="0"/>
              <a:buChar char="o"/>
            </a:pPr>
            <a:r>
              <a:rPr lang="en-US" sz="1200" dirty="0">
                <a:latin typeface="Times New Roman" panose="02020603050405020304" pitchFamily="18" charset="0"/>
                <a:ea typeface="宋体" panose="02010600030101010101" pitchFamily="2" charset="-122"/>
                <a:cs typeface="Times New Roman" panose="02020603050405020304" pitchFamily="18" charset="0"/>
              </a:rPr>
              <a:t>5-</a:t>
            </a:r>
            <a:r>
              <a:rPr lang="en-US" sz="1200" dirty="0">
                <a:effectLst/>
                <a:latin typeface="Times New Roman" panose="02020603050405020304" pitchFamily="18" charset="0"/>
                <a:ea typeface="宋体" panose="02010600030101010101" pitchFamily="2" charset="-122"/>
                <a:cs typeface="Times New Roman" panose="02020603050405020304" pitchFamily="18" charset="0"/>
              </a:rPr>
              <a:t>fold cross validation is used to train a KNN classifier using the training data and evaluates its accuracy on the testing data to evaluate how it behaves on different folds of training and testing datasets.</a:t>
            </a:r>
          </a:p>
          <a:p>
            <a:pPr algn="just">
              <a:buFont typeface="Courier New" panose="02070309020205020404" pitchFamily="49" charset="0"/>
              <a:buChar char="o"/>
            </a:pPr>
            <a:r>
              <a:rPr lang="en-US" sz="1200" dirty="0">
                <a:effectLst/>
                <a:latin typeface="Times New Roman" panose="02020603050405020304" pitchFamily="18" charset="0"/>
                <a:ea typeface="宋体" panose="02010600030101010101" pitchFamily="2" charset="-122"/>
              </a:rPr>
              <a:t>The results obtained from the 5-fold cross-validation revealed a classification accuracy of 90%. This high accuracy level indicates the model's ability to make accurate predictions on unseen data instances across the different folds of the cross-validation process. </a:t>
            </a:r>
          </a:p>
          <a:p>
            <a:pPr algn="just">
              <a:buFont typeface="Courier New" panose="02070309020205020404" pitchFamily="49" charset="0"/>
              <a:buChar char="o"/>
            </a:pPr>
            <a:r>
              <a:rPr lang="en-US" sz="1200" dirty="0">
                <a:effectLst/>
                <a:latin typeface="Times New Roman" panose="02020603050405020304" pitchFamily="18" charset="0"/>
                <a:ea typeface="宋体" panose="02010600030101010101" pitchFamily="2" charset="-122"/>
              </a:rPr>
              <a:t>The KNN classifier, after being trained on 80% of the dataset, is able to accurately predict the output of a new data point with 100% accuracy when value of k is 3 and wit 85% accuracy when the value of k is set to 6. </a:t>
            </a:r>
            <a:endParaRPr lang="en-US" sz="1200" dirty="0">
              <a:effectLst/>
              <a:latin typeface="Times New Roman" panose="02020603050405020304" pitchFamily="18" charset="0"/>
              <a:ea typeface="宋体" panose="02010600030101010101" pitchFamily="2" charset="-122"/>
              <a:cs typeface="Times New Roman" panose="02020603050405020304" pitchFamily="18" charset="0"/>
            </a:endParaRPr>
          </a:p>
        </p:txBody>
      </p:sp>
      <p:sp>
        <p:nvSpPr>
          <p:cNvPr id="5" name="Content Placeholder 2">
            <a:extLst>
              <a:ext uri="{FF2B5EF4-FFF2-40B4-BE49-F238E27FC236}">
                <a16:creationId xmlns:a16="http://schemas.microsoft.com/office/drawing/2014/main" id="{B08F994A-B18C-41DD-AB43-B93C63467C61}"/>
              </a:ext>
            </a:extLst>
          </p:cNvPr>
          <p:cNvSpPr txBox="1">
            <a:spLocks/>
          </p:cNvSpPr>
          <p:nvPr/>
        </p:nvSpPr>
        <p:spPr>
          <a:xfrm>
            <a:off x="6225228" y="6177752"/>
            <a:ext cx="5697060" cy="517068"/>
          </a:xfrm>
          <a:prstGeom prst="rect">
            <a:avLst/>
          </a:prstGeom>
        </p:spPr>
        <p:txBody>
          <a:bodyPr vert="horz" lIns="91440" tIns="45720" rIns="91440" bIns="45720" rtlCol="0" anchor="ctr">
            <a:normAutofit/>
          </a:bodyPr>
          <a:lst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a:lstStyle>
          <a:p>
            <a:pPr marL="0" indent="0" algn="ctr">
              <a:buNone/>
            </a:pPr>
            <a:r>
              <a:rPr lang="en-US" sz="1200" dirty="0">
                <a:effectLst/>
                <a:latin typeface="Times New Roman" panose="02020603050405020304" pitchFamily="18" charset="0"/>
                <a:ea typeface="宋体" panose="02010600030101010101" pitchFamily="2" charset="-122"/>
              </a:rPr>
              <a:t>Process diagram for KNN classification with SP generated SDRs</a:t>
            </a:r>
            <a:endParaRPr lang="en-US" sz="1200" dirty="0"/>
          </a:p>
        </p:txBody>
      </p:sp>
      <p:pic>
        <p:nvPicPr>
          <p:cNvPr id="7" name="Picture 6"/>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736271" y="1715956"/>
            <a:ext cx="2674974" cy="4786683"/>
          </a:xfrm>
          <a:prstGeom prst="rect">
            <a:avLst/>
          </a:prstGeom>
        </p:spPr>
      </p:pic>
    </p:spTree>
    <p:extLst>
      <p:ext uri="{BB962C8B-B14F-4D97-AF65-F5344CB8AC3E}">
        <p14:creationId xmlns:p14="http://schemas.microsoft.com/office/powerpoint/2010/main" val="327460090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cap="none" dirty="0" smtClean="0"/>
              <a:t>HTM</a:t>
            </a:r>
            <a:r>
              <a:rPr lang="en-US" dirty="0" smtClean="0"/>
              <a:t> </a:t>
            </a:r>
            <a:r>
              <a:rPr lang="en-US" cap="none" dirty="0"/>
              <a:t>classifier</a:t>
            </a:r>
            <a:r>
              <a:rPr lang="en-US" dirty="0"/>
              <a:t> </a:t>
            </a:r>
            <a:r>
              <a:rPr lang="en-US" cap="none" dirty="0"/>
              <a:t>with Spatial Pooler generated SDRs</a:t>
            </a:r>
          </a:p>
        </p:txBody>
      </p:sp>
      <p:sp>
        <p:nvSpPr>
          <p:cNvPr id="5" name="Rectangle 4"/>
          <p:cNvSpPr/>
          <p:nvPr/>
        </p:nvSpPr>
        <p:spPr>
          <a:xfrm>
            <a:off x="6765487" y="6187342"/>
            <a:ext cx="6096000" cy="276999"/>
          </a:xfrm>
          <a:prstGeom prst="rect">
            <a:avLst/>
          </a:prstGeom>
        </p:spPr>
        <p:txBody>
          <a:bodyPr>
            <a:spAutoFit/>
          </a:bodyPr>
          <a:lstStyle/>
          <a:p>
            <a:pPr algn="ctr"/>
            <a:r>
              <a:rPr lang="en-US" sz="1200" dirty="0">
                <a:latin typeface="Times New Roman" panose="02020603050405020304" pitchFamily="18" charset="0"/>
                <a:ea typeface="宋体" panose="02010600030101010101" pitchFamily="2" charset="-122"/>
              </a:rPr>
              <a:t>Process diagram for </a:t>
            </a:r>
            <a:r>
              <a:rPr lang="en-US" sz="1200" dirty="0" smtClean="0">
                <a:latin typeface="Times New Roman" panose="02020603050405020304" pitchFamily="18" charset="0"/>
                <a:ea typeface="宋体" panose="02010600030101010101" pitchFamily="2" charset="-122"/>
              </a:rPr>
              <a:t>HTM </a:t>
            </a:r>
            <a:r>
              <a:rPr lang="en-US" sz="1200" dirty="0">
                <a:latin typeface="Times New Roman" panose="02020603050405020304" pitchFamily="18" charset="0"/>
                <a:ea typeface="宋体" panose="02010600030101010101" pitchFamily="2" charset="-122"/>
              </a:rPr>
              <a:t>classification with SP generated SDRs</a:t>
            </a:r>
            <a:endParaRPr lang="en-US" sz="1200" dirty="0"/>
          </a:p>
        </p:txBody>
      </p:sp>
      <p:pic>
        <p:nvPicPr>
          <p:cNvPr id="9" name="Content Placeholder 8"/>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8887074" y="1715956"/>
            <a:ext cx="2498773" cy="4471385"/>
          </a:xfrm>
        </p:spPr>
      </p:pic>
    </p:spTree>
    <p:extLst>
      <p:ext uri="{BB962C8B-B14F-4D97-AF65-F5344CB8AC3E}">
        <p14:creationId xmlns:p14="http://schemas.microsoft.com/office/powerpoint/2010/main" val="277221358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F3320B9-A639-4D4E-ADA8-9975E73AC0FC}"/>
              </a:ext>
            </a:extLst>
          </p:cNvPr>
          <p:cNvSpPr>
            <a:spLocks noGrp="1"/>
          </p:cNvSpPr>
          <p:nvPr>
            <p:ph type="title"/>
          </p:nvPr>
        </p:nvSpPr>
        <p:spPr/>
        <p:txBody>
          <a:bodyPr/>
          <a:lstStyle/>
          <a:p>
            <a:r>
              <a:rPr lang="en-US" cap="none" dirty="0" smtClean="0"/>
              <a:t>HTM &amp; KNN </a:t>
            </a:r>
            <a:r>
              <a:rPr lang="en-US" cap="none" dirty="0"/>
              <a:t>Classifier with Spatial Pooler generated SDRs</a:t>
            </a:r>
          </a:p>
        </p:txBody>
      </p:sp>
      <p:sp>
        <p:nvSpPr>
          <p:cNvPr id="5" name="Content Placeholder 2">
            <a:extLst>
              <a:ext uri="{FF2B5EF4-FFF2-40B4-BE49-F238E27FC236}">
                <a16:creationId xmlns:a16="http://schemas.microsoft.com/office/drawing/2014/main" id="{B08F994A-B18C-41DD-AB43-B93C63467C61}"/>
              </a:ext>
            </a:extLst>
          </p:cNvPr>
          <p:cNvSpPr txBox="1">
            <a:spLocks/>
          </p:cNvSpPr>
          <p:nvPr/>
        </p:nvSpPr>
        <p:spPr>
          <a:xfrm>
            <a:off x="6525223" y="4993106"/>
            <a:ext cx="5059517" cy="360718"/>
          </a:xfrm>
          <a:prstGeom prst="rect">
            <a:avLst/>
          </a:prstGeom>
        </p:spPr>
        <p:txBody>
          <a:bodyPr vert="horz" lIns="91440" tIns="45720" rIns="91440" bIns="45720" rtlCol="0" anchor="ctr">
            <a:normAutofit/>
          </a:bodyPr>
          <a:lst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a:lstStyle>
          <a:p>
            <a:pPr marL="0" indent="0" algn="ctr">
              <a:buNone/>
            </a:pPr>
            <a:r>
              <a:rPr lang="en-US" sz="1200" dirty="0">
                <a:effectLst/>
                <a:latin typeface="Times New Roman" panose="02020603050405020304" pitchFamily="18" charset="0"/>
                <a:ea typeface="宋体" panose="02010600030101010101" pitchFamily="2" charset="-122"/>
              </a:rPr>
              <a:t>KNN classifier prediction when SP generated SDRs are fed</a:t>
            </a:r>
            <a:endParaRPr lang="en-US" sz="1200" dirty="0"/>
          </a:p>
        </p:txBody>
      </p:sp>
      <p:pic>
        <p:nvPicPr>
          <p:cNvPr id="8" name="Picture 7">
            <a:extLst>
              <a:ext uri="{FF2B5EF4-FFF2-40B4-BE49-F238E27FC236}">
                <a16:creationId xmlns:a16="http://schemas.microsoft.com/office/drawing/2014/main" id="{A49427E1-FA7E-B43D-E033-A2F2AAEC6E9E}"/>
              </a:ext>
            </a:extLst>
          </p:cNvPr>
          <p:cNvPicPr>
            <a:picLocks noChangeAspect="1"/>
          </p:cNvPicPr>
          <p:nvPr/>
        </p:nvPicPr>
        <p:blipFill>
          <a:blip r:embed="rId2"/>
          <a:stretch>
            <a:fillRect/>
          </a:stretch>
        </p:blipFill>
        <p:spPr>
          <a:xfrm>
            <a:off x="6525223" y="2265711"/>
            <a:ext cx="4838614" cy="2615336"/>
          </a:xfrm>
          <a:prstGeom prst="rect">
            <a:avLst/>
          </a:prstGeom>
        </p:spPr>
      </p:pic>
      <p:sp>
        <p:nvSpPr>
          <p:cNvPr id="12" name="TextBox 11">
            <a:extLst>
              <a:ext uri="{FF2B5EF4-FFF2-40B4-BE49-F238E27FC236}">
                <a16:creationId xmlns:a16="http://schemas.microsoft.com/office/drawing/2014/main" id="{BDC946B4-BFCA-84CC-F889-BF74F36FD2B4}"/>
              </a:ext>
            </a:extLst>
          </p:cNvPr>
          <p:cNvSpPr txBox="1"/>
          <p:nvPr/>
        </p:nvSpPr>
        <p:spPr>
          <a:xfrm>
            <a:off x="1491915" y="5076825"/>
            <a:ext cx="3213435" cy="276999"/>
          </a:xfrm>
          <a:prstGeom prst="rect">
            <a:avLst/>
          </a:prstGeom>
          <a:noFill/>
        </p:spPr>
        <p:txBody>
          <a:bodyPr wrap="square">
            <a:spAutoFit/>
          </a:bodyPr>
          <a:lstStyle/>
          <a:p>
            <a:r>
              <a:rPr lang="en-US" sz="1200" dirty="0">
                <a:effectLst/>
                <a:latin typeface="Times New Roman" panose="02020603050405020304" pitchFamily="18" charset="0"/>
                <a:ea typeface="宋体" panose="02010600030101010101" pitchFamily="2" charset="-122"/>
              </a:rPr>
              <a:t>Results for 5-fold cross validation</a:t>
            </a:r>
            <a:endParaRPr lang="en-US" sz="1200" dirty="0"/>
          </a:p>
        </p:txBody>
      </p:sp>
      <p:pic>
        <p:nvPicPr>
          <p:cNvPr id="3" name="Picture 2">
            <a:extLst>
              <a:ext uri="{FF2B5EF4-FFF2-40B4-BE49-F238E27FC236}">
                <a16:creationId xmlns:a16="http://schemas.microsoft.com/office/drawing/2014/main" id="{D8683C60-5B0E-098C-0266-300AE66FE3A2}"/>
              </a:ext>
            </a:extLst>
          </p:cNvPr>
          <p:cNvPicPr>
            <a:picLocks noChangeAspect="1"/>
          </p:cNvPicPr>
          <p:nvPr/>
        </p:nvPicPr>
        <p:blipFill>
          <a:blip r:embed="rId3"/>
          <a:stretch>
            <a:fillRect/>
          </a:stretch>
        </p:blipFill>
        <p:spPr>
          <a:xfrm>
            <a:off x="828163" y="2216021"/>
            <a:ext cx="5205945" cy="2665026"/>
          </a:xfrm>
          <a:prstGeom prst="rect">
            <a:avLst/>
          </a:prstGeom>
        </p:spPr>
      </p:pic>
    </p:spTree>
    <p:extLst>
      <p:ext uri="{BB962C8B-B14F-4D97-AF65-F5344CB8AC3E}">
        <p14:creationId xmlns:p14="http://schemas.microsoft.com/office/powerpoint/2010/main" val="246325281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F3320B9-A639-4D4E-ADA8-9975E73AC0FC}"/>
              </a:ext>
            </a:extLst>
          </p:cNvPr>
          <p:cNvSpPr>
            <a:spLocks noGrp="1"/>
          </p:cNvSpPr>
          <p:nvPr>
            <p:ph type="title"/>
          </p:nvPr>
        </p:nvSpPr>
        <p:spPr/>
        <p:txBody>
          <a:bodyPr/>
          <a:lstStyle/>
          <a:p>
            <a:r>
              <a:rPr lang="en-US" cap="none" dirty="0"/>
              <a:t>KNN Classifier with Spatial Pooler generated SDRs</a:t>
            </a:r>
          </a:p>
        </p:txBody>
      </p:sp>
      <p:graphicFrame>
        <p:nvGraphicFramePr>
          <p:cNvPr id="3" name="Table 2">
            <a:extLst>
              <a:ext uri="{FF2B5EF4-FFF2-40B4-BE49-F238E27FC236}">
                <a16:creationId xmlns:a16="http://schemas.microsoft.com/office/drawing/2014/main" id="{81552745-9EB2-D519-4C2A-F8BAD54EC0C8}"/>
              </a:ext>
            </a:extLst>
          </p:cNvPr>
          <p:cNvGraphicFramePr>
            <a:graphicFrameLocks noGrp="1"/>
          </p:cNvGraphicFramePr>
          <p:nvPr>
            <p:extLst>
              <p:ext uri="{D42A27DB-BD31-4B8C-83A1-F6EECF244321}">
                <p14:modId xmlns:p14="http://schemas.microsoft.com/office/powerpoint/2010/main" val="1381250293"/>
              </p:ext>
            </p:extLst>
          </p:nvPr>
        </p:nvGraphicFramePr>
        <p:xfrm>
          <a:off x="6867525" y="2551837"/>
          <a:ext cx="4248150" cy="2644776"/>
        </p:xfrm>
        <a:graphic>
          <a:graphicData uri="http://schemas.openxmlformats.org/drawingml/2006/table">
            <a:tbl>
              <a:tblPr firstRow="1" firstCol="1" bandRow="1">
                <a:tableStyleId>{5C22544A-7EE6-4342-B048-85BDC9FD1C3A}</a:tableStyleId>
              </a:tblPr>
              <a:tblGrid>
                <a:gridCol w="1270854">
                  <a:extLst>
                    <a:ext uri="{9D8B030D-6E8A-4147-A177-3AD203B41FA5}">
                      <a16:colId xmlns:a16="http://schemas.microsoft.com/office/drawing/2014/main" val="4228996692"/>
                    </a:ext>
                  </a:extLst>
                </a:gridCol>
                <a:gridCol w="2977296">
                  <a:extLst>
                    <a:ext uri="{9D8B030D-6E8A-4147-A177-3AD203B41FA5}">
                      <a16:colId xmlns:a16="http://schemas.microsoft.com/office/drawing/2014/main" val="3166239739"/>
                    </a:ext>
                  </a:extLst>
                </a:gridCol>
              </a:tblGrid>
              <a:tr h="661194">
                <a:tc>
                  <a:txBody>
                    <a:bodyPr/>
                    <a:lstStyle/>
                    <a:p>
                      <a:pPr marL="0" marR="0" algn="just">
                        <a:lnSpc>
                          <a:spcPct val="95000"/>
                        </a:lnSpc>
                        <a:spcBef>
                          <a:spcPts val="0"/>
                        </a:spcBef>
                        <a:spcAft>
                          <a:spcPts val="0"/>
                        </a:spcAft>
                      </a:pPr>
                      <a:r>
                        <a:rPr lang="en-US" sz="1000">
                          <a:effectLst/>
                        </a:rPr>
                        <a:t>Value of k</a:t>
                      </a:r>
                    </a:p>
                    <a:p>
                      <a:pPr marL="0" marR="0" algn="just">
                        <a:lnSpc>
                          <a:spcPct val="95000"/>
                        </a:lnSpc>
                        <a:spcBef>
                          <a:spcPts val="0"/>
                        </a:spcBef>
                        <a:spcAft>
                          <a:spcPts val="0"/>
                        </a:spcAft>
                      </a:pPr>
                      <a:r>
                        <a:rPr lang="en-US" sz="1000">
                          <a:effectLst/>
                        </a:rPr>
                        <a:t>(integer)</a:t>
                      </a:r>
                      <a:endParaRPr lang="en-US" sz="1000">
                        <a:effectLst/>
                        <a:latin typeface="Times New Roman" panose="02020603050405020304" pitchFamily="18" charset="0"/>
                        <a:ea typeface="宋体" panose="02010600030101010101" pitchFamily="2" charset="-122"/>
                      </a:endParaRPr>
                    </a:p>
                  </a:txBody>
                  <a:tcPr marL="68580" marR="68580" marT="0" marB="0"/>
                </a:tc>
                <a:tc>
                  <a:txBody>
                    <a:bodyPr/>
                    <a:lstStyle/>
                    <a:p>
                      <a:pPr marL="0" marR="0" algn="just">
                        <a:lnSpc>
                          <a:spcPct val="95000"/>
                        </a:lnSpc>
                        <a:spcBef>
                          <a:spcPts val="0"/>
                        </a:spcBef>
                        <a:spcAft>
                          <a:spcPts val="0"/>
                        </a:spcAft>
                      </a:pPr>
                      <a:r>
                        <a:rPr lang="en-US" sz="1000">
                          <a:effectLst/>
                        </a:rPr>
                        <a:t>Accuracy of prediction in percentage (%)</a:t>
                      </a:r>
                      <a:endParaRPr lang="en-US" sz="1000">
                        <a:effectLst/>
                        <a:latin typeface="Times New Roman" panose="02020603050405020304" pitchFamily="18" charset="0"/>
                        <a:ea typeface="宋体" panose="02010600030101010101" pitchFamily="2" charset="-122"/>
                      </a:endParaRPr>
                    </a:p>
                  </a:txBody>
                  <a:tcPr marL="68580" marR="68580" marT="0" marB="0"/>
                </a:tc>
                <a:extLst>
                  <a:ext uri="{0D108BD9-81ED-4DB2-BD59-A6C34878D82A}">
                    <a16:rowId xmlns:a16="http://schemas.microsoft.com/office/drawing/2014/main" val="3416640815"/>
                  </a:ext>
                </a:extLst>
              </a:tr>
              <a:tr h="330597">
                <a:tc>
                  <a:txBody>
                    <a:bodyPr/>
                    <a:lstStyle/>
                    <a:p>
                      <a:pPr marL="0" marR="0" algn="just">
                        <a:lnSpc>
                          <a:spcPct val="95000"/>
                        </a:lnSpc>
                        <a:spcBef>
                          <a:spcPts val="0"/>
                        </a:spcBef>
                        <a:spcAft>
                          <a:spcPts val="0"/>
                        </a:spcAft>
                      </a:pPr>
                      <a:r>
                        <a:rPr lang="en-US" sz="1000">
                          <a:effectLst/>
                        </a:rPr>
                        <a:t>1</a:t>
                      </a:r>
                      <a:endParaRPr lang="en-US" sz="1000">
                        <a:effectLst/>
                        <a:latin typeface="Times New Roman" panose="02020603050405020304" pitchFamily="18" charset="0"/>
                        <a:ea typeface="宋体" panose="02010600030101010101" pitchFamily="2" charset="-122"/>
                      </a:endParaRPr>
                    </a:p>
                  </a:txBody>
                  <a:tcPr marL="68580" marR="68580" marT="0" marB="0"/>
                </a:tc>
                <a:tc>
                  <a:txBody>
                    <a:bodyPr/>
                    <a:lstStyle/>
                    <a:p>
                      <a:pPr marL="0" marR="0" algn="just">
                        <a:lnSpc>
                          <a:spcPct val="95000"/>
                        </a:lnSpc>
                        <a:spcBef>
                          <a:spcPts val="0"/>
                        </a:spcBef>
                        <a:spcAft>
                          <a:spcPts val="0"/>
                        </a:spcAft>
                      </a:pPr>
                      <a:r>
                        <a:rPr lang="en-US" sz="1000">
                          <a:effectLst/>
                        </a:rPr>
                        <a:t>100</a:t>
                      </a:r>
                      <a:endParaRPr lang="en-US" sz="1000">
                        <a:effectLst/>
                        <a:latin typeface="Times New Roman" panose="02020603050405020304" pitchFamily="18" charset="0"/>
                        <a:ea typeface="宋体" panose="02010600030101010101" pitchFamily="2" charset="-122"/>
                      </a:endParaRPr>
                    </a:p>
                  </a:txBody>
                  <a:tcPr marL="68580" marR="68580" marT="0" marB="0"/>
                </a:tc>
                <a:extLst>
                  <a:ext uri="{0D108BD9-81ED-4DB2-BD59-A6C34878D82A}">
                    <a16:rowId xmlns:a16="http://schemas.microsoft.com/office/drawing/2014/main" val="3584020554"/>
                  </a:ext>
                </a:extLst>
              </a:tr>
              <a:tr h="330597">
                <a:tc>
                  <a:txBody>
                    <a:bodyPr/>
                    <a:lstStyle/>
                    <a:p>
                      <a:pPr marL="0" marR="0" algn="just">
                        <a:lnSpc>
                          <a:spcPct val="95000"/>
                        </a:lnSpc>
                        <a:spcBef>
                          <a:spcPts val="0"/>
                        </a:spcBef>
                        <a:spcAft>
                          <a:spcPts val="0"/>
                        </a:spcAft>
                      </a:pPr>
                      <a:r>
                        <a:rPr lang="en-US" sz="1000">
                          <a:effectLst/>
                        </a:rPr>
                        <a:t>2</a:t>
                      </a:r>
                      <a:endParaRPr lang="en-US" sz="1000">
                        <a:effectLst/>
                        <a:latin typeface="Times New Roman" panose="02020603050405020304" pitchFamily="18" charset="0"/>
                        <a:ea typeface="宋体" panose="02010600030101010101" pitchFamily="2" charset="-122"/>
                      </a:endParaRPr>
                    </a:p>
                  </a:txBody>
                  <a:tcPr marL="68580" marR="68580" marT="0" marB="0"/>
                </a:tc>
                <a:tc>
                  <a:txBody>
                    <a:bodyPr/>
                    <a:lstStyle/>
                    <a:p>
                      <a:pPr marL="0" marR="0" algn="just">
                        <a:lnSpc>
                          <a:spcPct val="95000"/>
                        </a:lnSpc>
                        <a:spcBef>
                          <a:spcPts val="0"/>
                        </a:spcBef>
                        <a:spcAft>
                          <a:spcPts val="0"/>
                        </a:spcAft>
                      </a:pPr>
                      <a:r>
                        <a:rPr lang="en-US" sz="1000">
                          <a:effectLst/>
                        </a:rPr>
                        <a:t>100</a:t>
                      </a:r>
                      <a:endParaRPr lang="en-US" sz="1000">
                        <a:effectLst/>
                        <a:latin typeface="Times New Roman" panose="02020603050405020304" pitchFamily="18" charset="0"/>
                        <a:ea typeface="宋体" panose="02010600030101010101" pitchFamily="2" charset="-122"/>
                      </a:endParaRPr>
                    </a:p>
                  </a:txBody>
                  <a:tcPr marL="68580" marR="68580" marT="0" marB="0"/>
                </a:tc>
                <a:extLst>
                  <a:ext uri="{0D108BD9-81ED-4DB2-BD59-A6C34878D82A}">
                    <a16:rowId xmlns:a16="http://schemas.microsoft.com/office/drawing/2014/main" val="630059947"/>
                  </a:ext>
                </a:extLst>
              </a:tr>
              <a:tr h="330597">
                <a:tc>
                  <a:txBody>
                    <a:bodyPr/>
                    <a:lstStyle/>
                    <a:p>
                      <a:pPr marL="0" marR="0" algn="just">
                        <a:lnSpc>
                          <a:spcPct val="95000"/>
                        </a:lnSpc>
                        <a:spcBef>
                          <a:spcPts val="0"/>
                        </a:spcBef>
                        <a:spcAft>
                          <a:spcPts val="0"/>
                        </a:spcAft>
                      </a:pPr>
                      <a:r>
                        <a:rPr lang="en-US" sz="1000">
                          <a:effectLst/>
                        </a:rPr>
                        <a:t>3</a:t>
                      </a:r>
                      <a:endParaRPr lang="en-US" sz="1000">
                        <a:effectLst/>
                        <a:latin typeface="Times New Roman" panose="02020603050405020304" pitchFamily="18" charset="0"/>
                        <a:ea typeface="宋体" panose="02010600030101010101" pitchFamily="2" charset="-122"/>
                      </a:endParaRPr>
                    </a:p>
                  </a:txBody>
                  <a:tcPr marL="68580" marR="68580" marT="0" marB="0"/>
                </a:tc>
                <a:tc>
                  <a:txBody>
                    <a:bodyPr/>
                    <a:lstStyle/>
                    <a:p>
                      <a:pPr marL="0" marR="0" algn="just">
                        <a:lnSpc>
                          <a:spcPct val="95000"/>
                        </a:lnSpc>
                        <a:spcBef>
                          <a:spcPts val="0"/>
                        </a:spcBef>
                        <a:spcAft>
                          <a:spcPts val="0"/>
                        </a:spcAft>
                      </a:pPr>
                      <a:r>
                        <a:rPr lang="en-US" sz="1000" dirty="0">
                          <a:effectLst/>
                        </a:rPr>
                        <a:t>100</a:t>
                      </a:r>
                      <a:endParaRPr lang="en-US" sz="1000" dirty="0">
                        <a:effectLst/>
                        <a:latin typeface="Times New Roman" panose="02020603050405020304" pitchFamily="18" charset="0"/>
                        <a:ea typeface="宋体" panose="02010600030101010101" pitchFamily="2" charset="-122"/>
                      </a:endParaRPr>
                    </a:p>
                  </a:txBody>
                  <a:tcPr marL="68580" marR="68580" marT="0" marB="0"/>
                </a:tc>
                <a:extLst>
                  <a:ext uri="{0D108BD9-81ED-4DB2-BD59-A6C34878D82A}">
                    <a16:rowId xmlns:a16="http://schemas.microsoft.com/office/drawing/2014/main" val="1699206993"/>
                  </a:ext>
                </a:extLst>
              </a:tr>
              <a:tr h="330597">
                <a:tc>
                  <a:txBody>
                    <a:bodyPr/>
                    <a:lstStyle/>
                    <a:p>
                      <a:pPr marL="0" marR="0" algn="just">
                        <a:lnSpc>
                          <a:spcPct val="95000"/>
                        </a:lnSpc>
                        <a:spcBef>
                          <a:spcPts val="0"/>
                        </a:spcBef>
                        <a:spcAft>
                          <a:spcPts val="0"/>
                        </a:spcAft>
                      </a:pPr>
                      <a:r>
                        <a:rPr lang="en-US" sz="1000">
                          <a:effectLst/>
                        </a:rPr>
                        <a:t>4</a:t>
                      </a:r>
                      <a:endParaRPr lang="en-US" sz="1000">
                        <a:effectLst/>
                        <a:latin typeface="Times New Roman" panose="02020603050405020304" pitchFamily="18" charset="0"/>
                        <a:ea typeface="宋体" panose="02010600030101010101" pitchFamily="2" charset="-122"/>
                      </a:endParaRPr>
                    </a:p>
                  </a:txBody>
                  <a:tcPr marL="68580" marR="68580" marT="0" marB="0"/>
                </a:tc>
                <a:tc>
                  <a:txBody>
                    <a:bodyPr/>
                    <a:lstStyle/>
                    <a:p>
                      <a:pPr marL="0" marR="0" algn="just">
                        <a:lnSpc>
                          <a:spcPct val="95000"/>
                        </a:lnSpc>
                        <a:spcBef>
                          <a:spcPts val="0"/>
                        </a:spcBef>
                        <a:spcAft>
                          <a:spcPts val="0"/>
                        </a:spcAft>
                      </a:pPr>
                      <a:r>
                        <a:rPr lang="en-US" sz="1000">
                          <a:effectLst/>
                        </a:rPr>
                        <a:t>100</a:t>
                      </a:r>
                      <a:endParaRPr lang="en-US" sz="1000">
                        <a:effectLst/>
                        <a:latin typeface="Times New Roman" panose="02020603050405020304" pitchFamily="18" charset="0"/>
                        <a:ea typeface="宋体" panose="02010600030101010101" pitchFamily="2" charset="-122"/>
                      </a:endParaRPr>
                    </a:p>
                  </a:txBody>
                  <a:tcPr marL="68580" marR="68580" marT="0" marB="0"/>
                </a:tc>
                <a:extLst>
                  <a:ext uri="{0D108BD9-81ED-4DB2-BD59-A6C34878D82A}">
                    <a16:rowId xmlns:a16="http://schemas.microsoft.com/office/drawing/2014/main" val="2336238457"/>
                  </a:ext>
                </a:extLst>
              </a:tr>
              <a:tr h="330597">
                <a:tc>
                  <a:txBody>
                    <a:bodyPr/>
                    <a:lstStyle/>
                    <a:p>
                      <a:pPr marL="0" marR="0" algn="just">
                        <a:lnSpc>
                          <a:spcPct val="95000"/>
                        </a:lnSpc>
                        <a:spcBef>
                          <a:spcPts val="0"/>
                        </a:spcBef>
                        <a:spcAft>
                          <a:spcPts val="0"/>
                        </a:spcAft>
                      </a:pPr>
                      <a:r>
                        <a:rPr lang="en-US" sz="1000">
                          <a:effectLst/>
                        </a:rPr>
                        <a:t>5</a:t>
                      </a:r>
                      <a:endParaRPr lang="en-US" sz="1000">
                        <a:effectLst/>
                        <a:latin typeface="Times New Roman" panose="02020603050405020304" pitchFamily="18" charset="0"/>
                        <a:ea typeface="宋体" panose="02010600030101010101" pitchFamily="2" charset="-122"/>
                      </a:endParaRPr>
                    </a:p>
                  </a:txBody>
                  <a:tcPr marL="68580" marR="68580" marT="0" marB="0"/>
                </a:tc>
                <a:tc>
                  <a:txBody>
                    <a:bodyPr/>
                    <a:lstStyle/>
                    <a:p>
                      <a:pPr marL="0" marR="0" algn="just">
                        <a:lnSpc>
                          <a:spcPct val="95000"/>
                        </a:lnSpc>
                        <a:spcBef>
                          <a:spcPts val="0"/>
                        </a:spcBef>
                        <a:spcAft>
                          <a:spcPts val="0"/>
                        </a:spcAft>
                      </a:pPr>
                      <a:r>
                        <a:rPr lang="en-US" sz="1000">
                          <a:effectLst/>
                        </a:rPr>
                        <a:t>89</a:t>
                      </a:r>
                      <a:endParaRPr lang="en-US" sz="1000">
                        <a:effectLst/>
                        <a:latin typeface="Times New Roman" panose="02020603050405020304" pitchFamily="18" charset="0"/>
                        <a:ea typeface="宋体" panose="02010600030101010101" pitchFamily="2" charset="-122"/>
                      </a:endParaRPr>
                    </a:p>
                  </a:txBody>
                  <a:tcPr marL="68580" marR="68580" marT="0" marB="0"/>
                </a:tc>
                <a:extLst>
                  <a:ext uri="{0D108BD9-81ED-4DB2-BD59-A6C34878D82A}">
                    <a16:rowId xmlns:a16="http://schemas.microsoft.com/office/drawing/2014/main" val="1188232866"/>
                  </a:ext>
                </a:extLst>
              </a:tr>
              <a:tr h="330597">
                <a:tc>
                  <a:txBody>
                    <a:bodyPr/>
                    <a:lstStyle/>
                    <a:p>
                      <a:pPr marL="0" marR="0" algn="just">
                        <a:lnSpc>
                          <a:spcPct val="95000"/>
                        </a:lnSpc>
                        <a:spcBef>
                          <a:spcPts val="0"/>
                        </a:spcBef>
                        <a:spcAft>
                          <a:spcPts val="0"/>
                        </a:spcAft>
                      </a:pPr>
                      <a:r>
                        <a:rPr lang="en-US" sz="1000">
                          <a:effectLst/>
                        </a:rPr>
                        <a:t>6</a:t>
                      </a:r>
                      <a:endParaRPr lang="en-US" sz="1000">
                        <a:effectLst/>
                        <a:latin typeface="Times New Roman" panose="02020603050405020304" pitchFamily="18" charset="0"/>
                        <a:ea typeface="宋体" panose="02010600030101010101" pitchFamily="2" charset="-122"/>
                      </a:endParaRPr>
                    </a:p>
                  </a:txBody>
                  <a:tcPr marL="68580" marR="68580" marT="0" marB="0"/>
                </a:tc>
                <a:tc>
                  <a:txBody>
                    <a:bodyPr/>
                    <a:lstStyle/>
                    <a:p>
                      <a:pPr marL="0" marR="0" algn="just">
                        <a:lnSpc>
                          <a:spcPct val="95000"/>
                        </a:lnSpc>
                        <a:spcBef>
                          <a:spcPts val="0"/>
                        </a:spcBef>
                        <a:spcAft>
                          <a:spcPts val="0"/>
                        </a:spcAft>
                      </a:pPr>
                      <a:r>
                        <a:rPr lang="en-US" sz="1000" dirty="0">
                          <a:effectLst/>
                        </a:rPr>
                        <a:t>85</a:t>
                      </a:r>
                      <a:endParaRPr lang="en-US" sz="1000" dirty="0">
                        <a:effectLst/>
                        <a:latin typeface="Times New Roman" panose="02020603050405020304" pitchFamily="18" charset="0"/>
                        <a:ea typeface="宋体" panose="02010600030101010101" pitchFamily="2" charset="-122"/>
                      </a:endParaRPr>
                    </a:p>
                  </a:txBody>
                  <a:tcPr marL="68580" marR="68580" marT="0" marB="0"/>
                </a:tc>
                <a:extLst>
                  <a:ext uri="{0D108BD9-81ED-4DB2-BD59-A6C34878D82A}">
                    <a16:rowId xmlns:a16="http://schemas.microsoft.com/office/drawing/2014/main" val="985664896"/>
                  </a:ext>
                </a:extLst>
              </a:tr>
            </a:tbl>
          </a:graphicData>
        </a:graphic>
      </p:graphicFrame>
      <p:sp>
        <p:nvSpPr>
          <p:cNvPr id="6" name="TextBox 5">
            <a:extLst>
              <a:ext uri="{FF2B5EF4-FFF2-40B4-BE49-F238E27FC236}">
                <a16:creationId xmlns:a16="http://schemas.microsoft.com/office/drawing/2014/main" id="{E27AA6BB-9D40-5BD7-0EA0-E9955BA20CC1}"/>
              </a:ext>
            </a:extLst>
          </p:cNvPr>
          <p:cNvSpPr txBox="1"/>
          <p:nvPr/>
        </p:nvSpPr>
        <p:spPr>
          <a:xfrm>
            <a:off x="581192" y="2550974"/>
            <a:ext cx="4743284" cy="2031325"/>
          </a:xfrm>
          <a:prstGeom prst="rect">
            <a:avLst/>
          </a:prstGeom>
          <a:noFill/>
        </p:spPr>
        <p:txBody>
          <a:bodyPr wrap="square">
            <a:spAutoFit/>
          </a:bodyPr>
          <a:lstStyle/>
          <a:p>
            <a:pPr marL="285750" indent="-285750" algn="just">
              <a:buFont typeface="Courier New" panose="02070309020205020404" pitchFamily="49" charset="0"/>
              <a:buChar char="o"/>
            </a:pPr>
            <a:r>
              <a:rPr lang="en-US" sz="1400" dirty="0">
                <a:effectLst/>
                <a:latin typeface="Times New Roman" panose="02020603050405020304" pitchFamily="18" charset="0"/>
                <a:ea typeface="宋体" panose="02010600030101010101" pitchFamily="2" charset="-122"/>
              </a:rPr>
              <a:t>The accuracy of the KNN model is closely tied to the choice of the k parameter, and finding the optimal value of k is an important step in the model development process. </a:t>
            </a:r>
          </a:p>
          <a:p>
            <a:pPr marL="285750" indent="-285750" algn="just">
              <a:buFont typeface="Courier New" panose="02070309020205020404" pitchFamily="49" charset="0"/>
              <a:buChar char="o"/>
            </a:pPr>
            <a:r>
              <a:rPr lang="en-US" sz="1400" dirty="0">
                <a:effectLst/>
                <a:latin typeface="Times New Roman" panose="02020603050405020304" pitchFamily="18" charset="0"/>
                <a:ea typeface="宋体" panose="02010600030101010101" pitchFamily="2" charset="-122"/>
              </a:rPr>
              <a:t>The optimal value of k is typically determined through a process of cross-validation or other model selection technique-s, as it can vary depending on the specific dataset and problem at hand. </a:t>
            </a:r>
          </a:p>
          <a:p>
            <a:pPr marL="285750" indent="-285750" algn="just">
              <a:buFont typeface="Courier New" panose="02070309020205020404" pitchFamily="49" charset="0"/>
              <a:buChar char="o"/>
            </a:pPr>
            <a:r>
              <a:rPr lang="en-US" sz="1400" dirty="0">
                <a:latin typeface="Times New Roman" panose="02020603050405020304" pitchFamily="18" charset="0"/>
                <a:ea typeface="宋体" panose="02010600030101010101" pitchFamily="2" charset="-122"/>
              </a:rPr>
              <a:t>The figure shows the trade off and impact evaluation for values of k on KNN classifier results.</a:t>
            </a:r>
            <a:endParaRPr lang="en-US" sz="1400" dirty="0"/>
          </a:p>
        </p:txBody>
      </p:sp>
      <p:sp>
        <p:nvSpPr>
          <p:cNvPr id="9" name="TextBox 8">
            <a:extLst>
              <a:ext uri="{FF2B5EF4-FFF2-40B4-BE49-F238E27FC236}">
                <a16:creationId xmlns:a16="http://schemas.microsoft.com/office/drawing/2014/main" id="{C3EDFEFB-260E-C087-8AAC-CBA2ACBC551E}"/>
              </a:ext>
            </a:extLst>
          </p:cNvPr>
          <p:cNvSpPr txBox="1"/>
          <p:nvPr/>
        </p:nvSpPr>
        <p:spPr>
          <a:xfrm>
            <a:off x="7639050" y="5263288"/>
            <a:ext cx="2705100" cy="280262"/>
          </a:xfrm>
          <a:prstGeom prst="rect">
            <a:avLst/>
          </a:prstGeom>
          <a:noFill/>
        </p:spPr>
        <p:txBody>
          <a:bodyPr wrap="square">
            <a:spAutoFit/>
          </a:bodyPr>
          <a:lstStyle/>
          <a:p>
            <a:r>
              <a:rPr lang="en-US" sz="1200" dirty="0">
                <a:effectLst/>
                <a:latin typeface="Times New Roman" panose="02020603050405020304" pitchFamily="18" charset="0"/>
                <a:ea typeface="宋体" panose="02010600030101010101" pitchFamily="2" charset="-122"/>
              </a:rPr>
              <a:t>Impact of k on the accuracy of the model</a:t>
            </a:r>
            <a:endParaRPr lang="en-US" sz="1200" dirty="0"/>
          </a:p>
        </p:txBody>
      </p:sp>
    </p:spTree>
    <p:extLst>
      <p:ext uri="{BB962C8B-B14F-4D97-AF65-F5344CB8AC3E}">
        <p14:creationId xmlns:p14="http://schemas.microsoft.com/office/powerpoint/2010/main" val="280297402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F3320B9-A639-4D4E-ADA8-9975E73AC0FC}"/>
              </a:ext>
            </a:extLst>
          </p:cNvPr>
          <p:cNvSpPr>
            <a:spLocks noGrp="1"/>
          </p:cNvSpPr>
          <p:nvPr>
            <p:ph type="title"/>
          </p:nvPr>
        </p:nvSpPr>
        <p:spPr/>
        <p:txBody>
          <a:bodyPr/>
          <a:lstStyle/>
          <a:p>
            <a:r>
              <a:rPr lang="en-US" cap="none" dirty="0"/>
              <a:t>KNN Classifier with Spatial Pooler generated SDRs - Unit Testing</a:t>
            </a:r>
          </a:p>
        </p:txBody>
      </p:sp>
      <p:pic>
        <p:nvPicPr>
          <p:cNvPr id="3" name="Picture 2">
            <a:extLst>
              <a:ext uri="{FF2B5EF4-FFF2-40B4-BE49-F238E27FC236}">
                <a16:creationId xmlns:a16="http://schemas.microsoft.com/office/drawing/2014/main" id="{5477AA10-4B88-C769-CD29-7AD326550CC9}"/>
              </a:ext>
            </a:extLst>
          </p:cNvPr>
          <p:cNvPicPr>
            <a:picLocks noChangeAspect="1"/>
          </p:cNvPicPr>
          <p:nvPr/>
        </p:nvPicPr>
        <p:blipFill>
          <a:blip r:embed="rId2"/>
          <a:stretch>
            <a:fillRect/>
          </a:stretch>
        </p:blipFill>
        <p:spPr>
          <a:xfrm>
            <a:off x="1945035" y="2117242"/>
            <a:ext cx="7920930" cy="4038602"/>
          </a:xfrm>
          <a:prstGeom prst="rect">
            <a:avLst/>
          </a:prstGeom>
        </p:spPr>
      </p:pic>
      <p:sp>
        <p:nvSpPr>
          <p:cNvPr id="6" name="TextBox 5">
            <a:extLst>
              <a:ext uri="{FF2B5EF4-FFF2-40B4-BE49-F238E27FC236}">
                <a16:creationId xmlns:a16="http://schemas.microsoft.com/office/drawing/2014/main" id="{70DB0A1C-A4F4-1376-7ED0-220798952010}"/>
              </a:ext>
            </a:extLst>
          </p:cNvPr>
          <p:cNvSpPr txBox="1"/>
          <p:nvPr/>
        </p:nvSpPr>
        <p:spPr>
          <a:xfrm>
            <a:off x="4295775" y="6155845"/>
            <a:ext cx="3448050" cy="276999"/>
          </a:xfrm>
          <a:prstGeom prst="rect">
            <a:avLst/>
          </a:prstGeom>
          <a:noFill/>
        </p:spPr>
        <p:txBody>
          <a:bodyPr wrap="square">
            <a:spAutoFit/>
          </a:bodyPr>
          <a:lstStyle/>
          <a:p>
            <a:r>
              <a:rPr lang="en-US" sz="1200" dirty="0">
                <a:effectLst/>
                <a:latin typeface="Times New Roman" panose="02020603050405020304" pitchFamily="18" charset="0"/>
                <a:ea typeface="宋体" panose="02010600030101010101" pitchFamily="2" charset="-122"/>
              </a:rPr>
              <a:t>Unit tests for KNN classifier on SP generated SRDs</a:t>
            </a:r>
            <a:endParaRPr lang="en-US" sz="1200" dirty="0"/>
          </a:p>
        </p:txBody>
      </p:sp>
    </p:spTree>
    <p:extLst>
      <p:ext uri="{BB962C8B-B14F-4D97-AF65-F5344CB8AC3E}">
        <p14:creationId xmlns:p14="http://schemas.microsoft.com/office/powerpoint/2010/main" val="245567959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F3320B9-A639-4D4E-ADA8-9975E73AC0FC}"/>
              </a:ext>
            </a:extLst>
          </p:cNvPr>
          <p:cNvSpPr>
            <a:spLocks noGrp="1"/>
          </p:cNvSpPr>
          <p:nvPr>
            <p:ph type="title"/>
          </p:nvPr>
        </p:nvSpPr>
        <p:spPr/>
        <p:txBody>
          <a:bodyPr/>
          <a:lstStyle/>
          <a:p>
            <a:r>
              <a:rPr lang="en-US" cap="none" dirty="0"/>
              <a:t>Conclusions</a:t>
            </a:r>
          </a:p>
        </p:txBody>
      </p:sp>
      <p:sp>
        <p:nvSpPr>
          <p:cNvPr id="4" name="TextBox 3">
            <a:extLst>
              <a:ext uri="{FF2B5EF4-FFF2-40B4-BE49-F238E27FC236}">
                <a16:creationId xmlns:a16="http://schemas.microsoft.com/office/drawing/2014/main" id="{CD1DC604-6DED-38EA-0BD1-67132F7E4FE8}"/>
              </a:ext>
            </a:extLst>
          </p:cNvPr>
          <p:cNvSpPr txBox="1"/>
          <p:nvPr/>
        </p:nvSpPr>
        <p:spPr>
          <a:xfrm>
            <a:off x="581192" y="2046521"/>
            <a:ext cx="10305883" cy="2242152"/>
          </a:xfrm>
          <a:prstGeom prst="rect">
            <a:avLst/>
          </a:prstGeom>
          <a:noFill/>
        </p:spPr>
        <p:txBody>
          <a:bodyPr wrap="square" rtlCol="0">
            <a:spAutoFit/>
          </a:bodyPr>
          <a:lstStyle/>
          <a:p>
            <a:pPr marL="285750" marR="0" indent="-285750" algn="just">
              <a:lnSpc>
                <a:spcPct val="95000"/>
              </a:lnSpc>
              <a:spcBef>
                <a:spcPts val="0"/>
              </a:spcBef>
              <a:spcAft>
                <a:spcPts val="600"/>
              </a:spcAft>
              <a:buClr>
                <a:schemeClr val="accent3"/>
              </a:buClr>
              <a:buFont typeface="Courier New" panose="02070309020205020404" pitchFamily="49" charset="0"/>
              <a:buChar char="o"/>
            </a:pPr>
            <a:r>
              <a:rPr lang="en-US" sz="1400" dirty="0">
                <a:effectLst/>
                <a:latin typeface="Times New Roman" panose="02020603050405020304" pitchFamily="18" charset="0"/>
                <a:ea typeface="宋体" panose="02010600030101010101" pitchFamily="2" charset="-122"/>
              </a:rPr>
              <a:t>The research introduces K-Nearest Neighbors (KNN) classification within the Neocortex API framework, inspired by neocortical information processing.</a:t>
            </a:r>
          </a:p>
          <a:p>
            <a:pPr marL="285750" marR="0" indent="-285750" algn="just">
              <a:lnSpc>
                <a:spcPct val="95000"/>
              </a:lnSpc>
              <a:spcBef>
                <a:spcPts val="0"/>
              </a:spcBef>
              <a:spcAft>
                <a:spcPts val="600"/>
              </a:spcAft>
              <a:buClr>
                <a:schemeClr val="accent3"/>
              </a:buClr>
              <a:buFont typeface="Courier New" panose="02070309020205020404" pitchFamily="49" charset="0"/>
              <a:buChar char="o"/>
            </a:pPr>
            <a:r>
              <a:rPr lang="en-US" sz="1400" dirty="0">
                <a:effectLst/>
                <a:latin typeface="Times New Roman" panose="02020603050405020304" pitchFamily="18" charset="0"/>
                <a:ea typeface="宋体" panose="02010600030101010101" pitchFamily="2" charset="-122"/>
              </a:rPr>
              <a:t>By integrating spatial pooling and hierarchical temporal memory (HTM), the method enhances the classification of sequential data streams. </a:t>
            </a:r>
          </a:p>
          <a:p>
            <a:pPr marL="285750" marR="0" indent="-285750" algn="just">
              <a:lnSpc>
                <a:spcPct val="95000"/>
              </a:lnSpc>
              <a:spcBef>
                <a:spcPts val="0"/>
              </a:spcBef>
              <a:spcAft>
                <a:spcPts val="600"/>
              </a:spcAft>
              <a:buClr>
                <a:schemeClr val="accent3"/>
              </a:buClr>
              <a:buFont typeface="Courier New" panose="02070309020205020404" pitchFamily="49" charset="0"/>
              <a:buChar char="o"/>
            </a:pPr>
            <a:r>
              <a:rPr lang="en-US" sz="1400" dirty="0">
                <a:effectLst/>
                <a:latin typeface="Times New Roman" panose="02020603050405020304" pitchFamily="18" charset="0"/>
                <a:ea typeface="宋体" panose="02010600030101010101" pitchFamily="2" charset="-122"/>
              </a:rPr>
              <a:t>Through rigorous testing and integration with the Neocortex API, the study consistently demonstrates the model's effectiveness, achieving a commendable 90% accuracy rate across varied scenarios.</a:t>
            </a:r>
          </a:p>
          <a:p>
            <a:pPr marL="285750" marR="0" indent="-285750" algn="just">
              <a:lnSpc>
                <a:spcPct val="95000"/>
              </a:lnSpc>
              <a:spcBef>
                <a:spcPts val="0"/>
              </a:spcBef>
              <a:spcAft>
                <a:spcPts val="600"/>
              </a:spcAft>
              <a:buClr>
                <a:schemeClr val="accent3"/>
              </a:buClr>
              <a:buFont typeface="Courier New" panose="02070309020205020404" pitchFamily="49" charset="0"/>
              <a:buChar char="o"/>
            </a:pPr>
            <a:r>
              <a:rPr lang="en-US" sz="1400" dirty="0">
                <a:effectLst/>
                <a:latin typeface="Times New Roman" panose="02020603050405020304" pitchFamily="18" charset="0"/>
                <a:ea typeface="宋体" panose="02010600030101010101" pitchFamily="2" charset="-122"/>
              </a:rPr>
              <a:t>These findings underscore the potential of neuromorphic-inspired frameworks in advancing sequential data analysis. </a:t>
            </a:r>
          </a:p>
          <a:p>
            <a:pPr marL="285750" marR="0" indent="-285750" algn="just">
              <a:lnSpc>
                <a:spcPct val="95000"/>
              </a:lnSpc>
              <a:spcBef>
                <a:spcPts val="0"/>
              </a:spcBef>
              <a:spcAft>
                <a:spcPts val="600"/>
              </a:spcAft>
              <a:buClr>
                <a:schemeClr val="accent3"/>
              </a:buClr>
              <a:buFont typeface="Courier New" panose="02070309020205020404" pitchFamily="49" charset="0"/>
              <a:buChar char="o"/>
            </a:pPr>
            <a:r>
              <a:rPr lang="en-US" sz="1400" dirty="0">
                <a:effectLst/>
                <a:latin typeface="Times New Roman" panose="02020603050405020304" pitchFamily="18" charset="0"/>
                <a:ea typeface="宋体" panose="02010600030101010101" pitchFamily="2" charset="-122"/>
              </a:rPr>
              <a:t>Moving forward, optimizing performance and exploring broader applications remain promising areas for future research, reflecting the ongoing convergence of traditional machine learning and biologically inspired computational models.</a:t>
            </a:r>
          </a:p>
        </p:txBody>
      </p:sp>
    </p:spTree>
    <p:extLst>
      <p:ext uri="{BB962C8B-B14F-4D97-AF65-F5344CB8AC3E}">
        <p14:creationId xmlns:p14="http://schemas.microsoft.com/office/powerpoint/2010/main" val="287591573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379F11E2-8BA5-4C5C-AE7C-361E5EA011FF}"/>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91999"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Rectangle 11">
            <a:extLst>
              <a:ext uri="{FF2B5EF4-FFF2-40B4-BE49-F238E27FC236}">
                <a16:creationId xmlns:a16="http://schemas.microsoft.com/office/drawing/2014/main" id="{7C00E1DA-EC7C-40FC-95E3-11FDCD2E4291}"/>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042147" y="723899"/>
            <a:ext cx="3703320" cy="566666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grpSp>
        <p:nvGrpSpPr>
          <p:cNvPr id="14" name="Group 13">
            <a:extLst>
              <a:ext uri="{FF2B5EF4-FFF2-40B4-BE49-F238E27FC236}">
                <a16:creationId xmlns:a16="http://schemas.microsoft.com/office/drawing/2014/main" id="{9A421166-2996-41A7-B094-AE5316F347DD}"/>
              </a:ext>
              <a:ext uri="{C183D7F6-B498-43B3-948B-1728B52AA6E4}">
                <adec:decorative xmlns:adec="http://schemas.microsoft.com/office/drawing/2017/decorative" xmlns=""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46534" y="453643"/>
            <a:ext cx="11298933" cy="98554"/>
            <a:chOff x="446534" y="453643"/>
            <a:chExt cx="11298933" cy="98554"/>
          </a:xfrm>
        </p:grpSpPr>
        <p:sp>
          <p:nvSpPr>
            <p:cNvPr id="15" name="Rectangle 14">
              <a:extLst>
                <a:ext uri="{FF2B5EF4-FFF2-40B4-BE49-F238E27FC236}">
                  <a16:creationId xmlns:a16="http://schemas.microsoft.com/office/drawing/2014/main" id="{FDBB1B92-A3EB-43E4-8FAB-D20E8ED14CEF}"/>
                </a:ext>
                <a:ext uri="{C183D7F6-B498-43B3-948B-1728B52AA6E4}">
                  <adec:decorative xmlns:adec="http://schemas.microsoft.com/office/drawing/2017/decorative" xmlns="" val="1"/>
                </a:ext>
              </a:extLst>
            </p:cNvPr>
            <p:cNvSpPr/>
            <p:nvPr>
              <p:extLst>
                <p:ext uri="{386F3935-93C4-4BCD-93E2-E3B085C9AB24}">
                  <p16:designElem xmlns:p16="http://schemas.microsoft.com/office/powerpoint/2015/main" val="1"/>
                </p:ext>
              </p:extLst>
            </p:nvPr>
          </p:nvSpPr>
          <p:spPr>
            <a:xfrm>
              <a:off x="446534" y="457200"/>
              <a:ext cx="3703320" cy="9499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16" name="Rectangle 15">
              <a:extLst>
                <a:ext uri="{FF2B5EF4-FFF2-40B4-BE49-F238E27FC236}">
                  <a16:creationId xmlns:a16="http://schemas.microsoft.com/office/drawing/2014/main" id="{3F3972F4-FE7E-48EA-AAD8-9BE5750A6672}"/>
                </a:ext>
                <a:ext uri="{C183D7F6-B498-43B3-948B-1728B52AA6E4}">
                  <adec:decorative xmlns:adec="http://schemas.microsoft.com/office/drawing/2017/decorative" xmlns="" val="1"/>
                </a:ext>
              </a:extLst>
            </p:cNvPr>
            <p:cNvSpPr/>
            <p:nvPr>
              <p:extLst>
                <p:ext uri="{386F3935-93C4-4BCD-93E2-E3B085C9AB24}">
                  <p16:designElem xmlns:p16="http://schemas.microsoft.com/office/powerpoint/2015/main" val="1"/>
                </p:ext>
              </p:extLst>
            </p:nvPr>
          </p:nvSpPr>
          <p:spPr>
            <a:xfrm>
              <a:off x="8042147" y="453643"/>
              <a:ext cx="3703320" cy="98554"/>
            </a:xfrm>
            <a:prstGeom prst="rect">
              <a:avLst/>
            </a:prstGeom>
            <a:solidFill>
              <a:schemeClr val="accent4"/>
            </a:solidFill>
            <a:ln>
              <a:noFill/>
            </a:ln>
            <a:effectLst/>
          </p:spPr>
          <p:style>
            <a:lnRef idx="1">
              <a:schemeClr val="accent1"/>
            </a:lnRef>
            <a:fillRef idx="3">
              <a:schemeClr val="accent1"/>
            </a:fillRef>
            <a:effectRef idx="2">
              <a:schemeClr val="accent1"/>
            </a:effectRef>
            <a:fontRef idx="minor">
              <a:schemeClr val="lt1"/>
            </a:fontRef>
          </p:style>
        </p:sp>
        <p:sp>
          <p:nvSpPr>
            <p:cNvPr id="17" name="Rectangle 16">
              <a:extLst>
                <a:ext uri="{FF2B5EF4-FFF2-40B4-BE49-F238E27FC236}">
                  <a16:creationId xmlns:a16="http://schemas.microsoft.com/office/drawing/2014/main" id="{221614E5-870B-4D5E-A43B-8FF7E5323484}"/>
                </a:ext>
                <a:ext uri="{C183D7F6-B498-43B3-948B-1728B52AA6E4}">
                  <adec:decorative xmlns:adec="http://schemas.microsoft.com/office/drawing/2017/decorative" xmlns="" val="1"/>
                </a:ext>
              </a:extLst>
            </p:cNvPr>
            <p:cNvSpPr/>
            <p:nvPr>
              <p:extLst>
                <p:ext uri="{386F3935-93C4-4BCD-93E2-E3B085C9AB24}">
                  <p16:designElem xmlns:p16="http://schemas.microsoft.com/office/powerpoint/2015/main" val="1"/>
                </p:ext>
              </p:extLst>
            </p:nvPr>
          </p:nvSpPr>
          <p:spPr>
            <a:xfrm>
              <a:off x="4241830" y="457200"/>
              <a:ext cx="3703320" cy="91440"/>
            </a:xfrm>
            <a:prstGeom prst="rect">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1">
            <a:extLst>
              <a:ext uri="{FF2B5EF4-FFF2-40B4-BE49-F238E27FC236}">
                <a16:creationId xmlns:a16="http://schemas.microsoft.com/office/drawing/2014/main" id="{0F87E73C-2B1A-4602-BFBE-CFE1E55D9B38}"/>
              </a:ext>
            </a:extLst>
          </p:cNvPr>
          <p:cNvSpPr>
            <a:spLocks noGrp="1"/>
          </p:cNvSpPr>
          <p:nvPr>
            <p:ph type="ctrTitle"/>
          </p:nvPr>
        </p:nvSpPr>
        <p:spPr>
          <a:xfrm>
            <a:off x="8191500" y="2390776"/>
            <a:ext cx="3081576" cy="1746762"/>
          </a:xfrm>
        </p:spPr>
        <p:txBody>
          <a:bodyPr>
            <a:normAutofit/>
          </a:bodyPr>
          <a:lstStyle/>
          <a:p>
            <a:r>
              <a:rPr lang="en-US" dirty="0">
                <a:solidFill>
                  <a:srgbClr val="FFFFFF"/>
                </a:solidFill>
              </a:rPr>
              <a:t>Thank You</a:t>
            </a:r>
          </a:p>
        </p:txBody>
      </p:sp>
      <p:pic>
        <p:nvPicPr>
          <p:cNvPr id="5" name="Picture 4" descr="Digital Numbers">
            <a:extLst>
              <a:ext uri="{FF2B5EF4-FFF2-40B4-BE49-F238E27FC236}">
                <a16:creationId xmlns:a16="http://schemas.microsoft.com/office/drawing/2014/main" id="{A21EA617-6D48-425F-97A8-7FEC82C8F401}"/>
              </a:ext>
            </a:extLst>
          </p:cNvPr>
          <p:cNvPicPr>
            <a:picLocks noChangeAspect="1"/>
          </p:cNvPicPr>
          <p:nvPr/>
        </p:nvPicPr>
        <p:blipFill rotWithShape="1">
          <a:blip r:embed="rId3" cstate="screen">
            <a:extLst>
              <a:ext uri="{28A0092B-C50C-407E-A947-70E740481C1C}">
                <a14:useLocalDpi xmlns:a14="http://schemas.microsoft.com/office/drawing/2010/main"/>
              </a:ext>
            </a:extLst>
          </a:blip>
          <a:srcRect l="2189" r="9642" b="1"/>
          <a:stretch/>
        </p:blipFill>
        <p:spPr>
          <a:xfrm>
            <a:off x="446534" y="723899"/>
            <a:ext cx="7498616" cy="5676901"/>
          </a:xfrm>
          <a:prstGeom prst="rect">
            <a:avLst/>
          </a:prstGeom>
        </p:spPr>
      </p:pic>
    </p:spTree>
    <p:extLst>
      <p:ext uri="{BB962C8B-B14F-4D97-AF65-F5344CB8AC3E}">
        <p14:creationId xmlns:p14="http://schemas.microsoft.com/office/powerpoint/2010/main" val="3501347425"/>
      </p:ext>
    </p:extLst>
  </p:cSld>
  <p:clrMapOvr>
    <a:masterClrMapping/>
  </p:clrMapOvr>
</p:sld>
</file>

<file path=ppt/theme/theme1.xml><?xml version="1.0" encoding="utf-8"?>
<a:theme xmlns:a="http://schemas.openxmlformats.org/drawingml/2006/main" name="Custom">
  <a:themeElements>
    <a:clrScheme name="Dividend">
      <a:dk1>
        <a:sysClr val="windowText" lastClr="000000"/>
      </a:dk1>
      <a:lt1>
        <a:sysClr val="window" lastClr="FFFFFF"/>
      </a:lt1>
      <a:dk2>
        <a:srgbClr val="3D3D3D"/>
      </a:dk2>
      <a:lt2>
        <a:srgbClr val="EBEBEB"/>
      </a:lt2>
      <a:accent1>
        <a:srgbClr val="1A3260"/>
      </a:accent1>
      <a:accent2>
        <a:srgbClr val="4590B8"/>
      </a:accent2>
      <a:accent3>
        <a:srgbClr val="45CBE8"/>
      </a:accent3>
      <a:accent4>
        <a:srgbClr val="969FA7"/>
      </a:accent4>
      <a:accent5>
        <a:srgbClr val="A2C777"/>
      </a:accent5>
      <a:accent6>
        <a:srgbClr val="42955F"/>
      </a:accent6>
      <a:hlink>
        <a:srgbClr val="828282"/>
      </a:hlink>
      <a:folHlink>
        <a:srgbClr val="A5A5A5"/>
      </a:folHlink>
    </a:clrScheme>
    <a:fontScheme name="Dividend">
      <a:majorFont>
        <a:latin typeface="Gill Sans MT" panose="020B0502020104020203"/>
        <a:ea typeface=""/>
        <a:cs typeface=""/>
        <a:font script="Grek" typeface="Corbel"/>
        <a:font script="Cyrl" typeface="Corbel"/>
        <a:font script="Jpan" typeface="HGｺﾞｼｯｸE"/>
        <a:font script="Hang" typeface="휴먼매직체"/>
        <a:font script="Hans" typeface="华文中宋"/>
        <a:font script="Hant" typeface="微軟正黑體"/>
        <a:font script="Arab" typeface="Majalla U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Gill Sans MT" panose="020B0502020104020203"/>
        <a:ea typeface=""/>
        <a:cs typeface=""/>
        <a:font script="Grek" typeface="Corbel"/>
        <a:font script="Cyrl" typeface="Corbel"/>
        <a:font script="Jpan" typeface="HGｺﾞｼｯｸE"/>
        <a:font script="Hang" typeface="휴먼매직체"/>
        <a:font script="Hans" typeface="华文中宋"/>
        <a:font script="Hant" typeface="微軟正黑體"/>
        <a:font script="Arab" typeface="Majalla U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Dividend">
      <a:fillStyleLst>
        <a:solidFill>
          <a:schemeClr val="phClr"/>
        </a:solidFill>
        <a:gradFill rotWithShape="1">
          <a:gsLst>
            <a:gs pos="0">
              <a:schemeClr val="phClr">
                <a:tint val="68000"/>
                <a:alpha val="90000"/>
                <a:lumMod val="100000"/>
              </a:schemeClr>
            </a:gs>
            <a:gs pos="100000">
              <a:schemeClr val="phClr">
                <a:tint val="90000"/>
                <a:lumMod val="95000"/>
              </a:schemeClr>
            </a:gs>
          </a:gsLst>
          <a:lin ang="5400000" scaled="1"/>
        </a:gradFill>
        <a:gradFill rotWithShape="1">
          <a:gsLst>
            <a:gs pos="0">
              <a:schemeClr val="phClr">
                <a:tint val="98000"/>
                <a:lumMod val="110000"/>
              </a:schemeClr>
            </a:gs>
            <a:gs pos="84000">
              <a:schemeClr val="phClr">
                <a:shade val="90000"/>
                <a:lumMod val="88000"/>
              </a:schemeClr>
            </a:gs>
          </a:gsLst>
          <a:lin ang="5400000" scaled="0"/>
        </a:gradFill>
      </a:fillStyleLst>
      <a:lnStyleLst>
        <a:ln w="12700" cap="rnd" cmpd="sng" algn="ctr">
          <a:solidFill>
            <a:schemeClr val="phClr">
              <a:lumMod val="90000"/>
            </a:schemeClr>
          </a:solidFill>
          <a:prstDash val="solid"/>
        </a:ln>
        <a:ln w="22225"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55000"/>
              </a:srgbClr>
            </a:outerShdw>
          </a:effectLst>
        </a:effectStyle>
        <a:effectStyle>
          <a:effectLst>
            <a:outerShdw blurRad="88900" dist="38100" dir="5040000" rotWithShape="0">
              <a:srgbClr val="000000">
                <a:alpha val="60000"/>
              </a:srgbClr>
            </a:outerShdw>
          </a:effectLst>
          <a:scene3d>
            <a:camera prst="orthographicFront">
              <a:rot lat="0" lon="0" rev="0"/>
            </a:camera>
            <a:lightRig rig="threePt" dir="tl">
              <a:rot lat="0" lon="0" rev="1200000"/>
            </a:lightRig>
          </a:scene3d>
          <a:sp3d>
            <a:bevelT w="38100" h="50800"/>
          </a:sp3d>
        </a:effectStyle>
      </a:effectStyleLst>
      <a:bgFillStyleLst>
        <a:solidFill>
          <a:schemeClr val="phClr"/>
        </a:solidFill>
        <a:gradFill rotWithShape="1">
          <a:gsLst>
            <a:gs pos="0">
              <a:schemeClr val="phClr">
                <a:tint val="90000"/>
                <a:lumMod val="110000"/>
              </a:schemeClr>
            </a:gs>
            <a:gs pos="88000">
              <a:schemeClr val="phClr">
                <a:shade val="94000"/>
                <a:satMod val="110000"/>
                <a:lumMod val="88000"/>
              </a:schemeClr>
            </a:gs>
          </a:gsLst>
          <a:lin ang="5400000" scaled="0"/>
        </a:gradFill>
        <a:gradFill rotWithShape="1">
          <a:gsLst>
            <a:gs pos="0">
              <a:schemeClr val="phClr">
                <a:tint val="90000"/>
                <a:lumMod val="110000"/>
              </a:schemeClr>
            </a:gs>
            <a:gs pos="100000">
              <a:schemeClr val="phClr">
                <a:shade val="98000"/>
                <a:satMod val="110000"/>
                <a:lumMod val="8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tf56390039_win32_fixed.potx" id="{08D75CB0-AD9B-4834-8559-901094BB0ABE}" vid="{3B3EDB20-B381-4B6C-99AC-7C5CDA2B40F6}"/>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Image xmlns="71af3243-3dd4-4a8d-8c0d-dd76da1f02a5">
      <Url xsi:nil="true"/>
      <Description xsi:nil="true"/>
    </Image>
    <Status xmlns="71af3243-3dd4-4a8d-8c0d-dd76da1f02a5">Not started</Status>
    <Background xmlns="71af3243-3dd4-4a8d-8c0d-dd76da1f02a5">false</Background>
    <_ip_UnifiedCompliancePolicyProperties xmlns="http://schemas.microsoft.com/sharepoint/v3" xsi:nil="true"/>
    <ImageTagsTaxHTField xmlns="71af3243-3dd4-4a8d-8c0d-dd76da1f02a5">
      <Terms xmlns="http://schemas.microsoft.com/office/infopath/2007/PartnerControls"/>
    </ImageTagsTaxHTField>
    <TaxCatchAll xmlns="230e9df3-be65-4c73-a93b-d1236ebd677e" xsi:nil="true"/>
    <MediaServiceKeyPoints xmlns="71af3243-3dd4-4a8d-8c0d-dd76da1f02a5" xsi:nil="true"/>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27" ma:contentTypeDescription="Create a new document." ma:contentTypeScope="" ma:versionID="c6f9a84f66a9c8b9a21755b9ffafb945">
  <xsd:schema xmlns:xsd="http://www.w3.org/2001/XMLSchema" xmlns:xs="http://www.w3.org/2001/XMLSchema" xmlns:p="http://schemas.microsoft.com/office/2006/metadata/properties" xmlns:ns1="http://schemas.microsoft.com/sharepoint/v3" xmlns:ns2="71af3243-3dd4-4a8d-8c0d-dd76da1f02a5" xmlns:ns3="16c05727-aa75-4e4a-9b5f-8a80a1165891" xmlns:ns4="230e9df3-be65-4c73-a93b-d1236ebd677e" targetNamespace="http://schemas.microsoft.com/office/2006/metadata/properties" ma:root="true" ma:fieldsID="27df39e3e7036dff54f89ddd5805ce72" ns1:_="" ns2:_="" ns3:_="" ns4:_="">
    <xsd:import namespace="http://schemas.microsoft.com/sharepoint/v3"/>
    <xsd:import namespace="71af3243-3dd4-4a8d-8c0d-dd76da1f02a5"/>
    <xsd:import namespace="16c05727-aa75-4e4a-9b5f-8a80a1165891"/>
    <xsd:import namespace="230e9df3-be65-4c73-a93b-d1236ebd677e"/>
    <xsd:element name="properties">
      <xsd:complexType>
        <xsd:sequence>
          <xsd:element name="documentManagement">
            <xsd:complexType>
              <xsd:all>
                <xsd:element ref="ns2:Status" minOccurs="0"/>
                <xsd:element ref="ns2:Image" minOccurs="0"/>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1:_ip_UnifiedCompliancePolicyProperties" minOccurs="0"/>
                <xsd:element ref="ns1:_ip_UnifiedCompliancePolicyUIAction" minOccurs="0"/>
                <xsd:element ref="ns4:TaxCatchAll" minOccurs="0"/>
                <xsd:element ref="ns2:ImageTagsTaxHTField" minOccurs="0"/>
                <xsd:element ref="ns2:MediaServiceLocation" minOccurs="0"/>
                <xsd:element ref="ns2:MediaLengthInSeconds" minOccurs="0"/>
                <xsd:element ref="ns2:Background" minOccurs="0"/>
                <xsd:element ref="ns2:MediaServiceSearchProperties" minOccurs="0"/>
                <xsd:element ref="ns2:MediaServiceDocTags" minOccurs="0"/>
                <xsd:element ref="ns2:MediaServiceObjectDetectorVersion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20" nillable="true" ma:displayName="Unified Compliance Policy Properties" ma:hidden="true" ma:internalName="_ip_UnifiedCompliancePolicyProperties" ma:readOnly="false">
      <xsd:simpleType>
        <xsd:restriction base="dms:Note"/>
      </xsd:simpleType>
    </xsd:element>
    <xsd:element name="_ip_UnifiedCompliancePolicyUIAction" ma:index="21" nillable="true" ma:displayName="Unified Compliance Policy UI Action" ma:hidden="true" ma:internalName="_ip_UnifiedCompliancePolicyUIAction" ma:readOnly="fals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Status" ma:index="2" nillable="true" ma:displayName="Status" ma:default="Not started" ma:format="Dropdown" ma:internalName="Status" ma:readOnly="false">
      <xsd:simpleType>
        <xsd:restriction base="dms:Choice">
          <xsd:enumeration value="Not started"/>
          <xsd:enumeration value="In Progress"/>
          <xsd:enumeration value="Completed"/>
        </xsd:restriction>
      </xsd:simpleType>
    </xsd:element>
    <xsd:element name="Image" ma:index="3" nillable="true" ma:displayName="Image" ma:format="Image" ma:internalName="Image" ma:readOnly="false">
      <xsd:complexType>
        <xsd:complexContent>
          <xsd:extension base="dms:URL">
            <xsd:sequence>
              <xsd:element name="Url" type="dms:ValidUrl" minOccurs="0" nillable="true"/>
              <xsd:element name="Description" type="xsd:string" nillable="true"/>
            </xsd:sequence>
          </xsd:extension>
        </xsd:complexContent>
      </xsd:complexType>
    </xsd:element>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hidden="true" ma:internalName="MediaServiceOCR" ma:readOnly="true">
      <xsd:simpleType>
        <xsd:restriction base="dms:Note"/>
      </xsd:simpleType>
    </xsd:element>
    <xsd:element name="MediaServiceAutoTags" ma:index="11" nillable="true" ma:displayName="MediaServiceAutoTags" ma:hidden="true"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hidden="true" ma:internalName="MediaServiceKeyPoints" ma:readOnly="false">
      <xsd:simpleType>
        <xsd:restriction base="dms:Note"/>
      </xsd:simpleType>
    </xsd:element>
    <xsd:element name="MediaServiceDateTaken" ma:index="18" nillable="true" ma:displayName="MediaServiceDateTaken" ma:hidden="true" ma:internalName="MediaServiceDateTaken" ma:readOnly="true">
      <xsd:simpleType>
        <xsd:restriction base="dms:Text"/>
      </xsd:simpleType>
    </xsd:element>
    <xsd:element name="ImageTagsTaxHTField" ma:index="25" nillable="true" ma:taxonomy="true" ma:internalName="ImageTagsTaxHTField" ma:taxonomyFieldName="MediaServiceImageTags" ma:displayName="Image Tags" ma:readOnly="false" ma:fieldId="{5cf76f15-5ced-4ddc-b409-7134ff3c332f}" ma:taxonomyMulti="true" ma:sspId="e385fb40-52d4-4fae-9c5b-3e8ff8a5878e" ma:termSetId="09814cd3-568e-fe90-9814-8d621ff8fb84" ma:anchorId="fba54fb3-c3e1-fe81-a776-ca4b69148c4d" ma:open="true" ma:isKeyword="false">
      <xsd:complexType>
        <xsd:sequence>
          <xsd:element ref="pc:Terms" minOccurs="0" maxOccurs="1"/>
        </xsd:sequence>
      </xsd:complexType>
    </xsd:element>
    <xsd:element name="MediaServiceLocation" ma:index="26" nillable="true" ma:displayName="Location" ma:hidden="true" ma:internalName="MediaServiceLocation" ma:readOnly="true">
      <xsd:simpleType>
        <xsd:restriction base="dms:Text"/>
      </xsd:simpleType>
    </xsd:element>
    <xsd:element name="MediaLengthInSeconds" ma:index="27" nillable="true" ma:displayName="MediaLengthInSeconds" ma:hidden="true" ma:internalName="MediaLengthInSeconds" ma:readOnly="true">
      <xsd:simpleType>
        <xsd:restriction base="dms:Unknown"/>
      </xsd:simpleType>
    </xsd:element>
    <xsd:element name="Background" ma:index="28" nillable="true" ma:displayName="Background" ma:default="0" ma:format="Dropdown" ma:internalName="Background">
      <xsd:simpleType>
        <xsd:restriction base="dms:Boolean"/>
      </xsd:simpleType>
    </xsd:element>
    <xsd:element name="MediaServiceSearchProperties" ma:index="29" nillable="true" ma:displayName="MediaServiceSearchProperties" ma:hidden="true" ma:internalName="MediaServiceSearchProperties" ma:readOnly="true">
      <xsd:simpleType>
        <xsd:restriction base="dms:Note"/>
      </xsd:simpleType>
    </xsd:element>
    <xsd:element name="MediaServiceDocTags" ma:index="30" nillable="true" ma:displayName="MediaServiceDocTags" ma:hidden="true" ma:internalName="MediaServiceDocTags" ma:readOnly="true">
      <xsd:simpleType>
        <xsd:restriction base="dms:Note"/>
      </xsd:simpleType>
    </xsd:element>
    <xsd:element name="MediaServiceObjectDetectorVersions" ma:index="31" nillable="true" ma:displayName="MediaServiceObjectDetectorVersions" ma:description="" ma:hidden="true" ma:indexed="true" ma:internalName="MediaServiceObjectDetectorVersions"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hidden="true"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hidden="true" ma:internalName="SharedWithDetail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230e9df3-be65-4c73-a93b-d1236ebd677e" elementFormDefault="qualified">
    <xsd:import namespace="http://schemas.microsoft.com/office/2006/documentManagement/types"/>
    <xsd:import namespace="http://schemas.microsoft.com/office/infopath/2007/PartnerControls"/>
    <xsd:element name="TaxCatchAll" ma:index="23" nillable="true" ma:displayName="Taxonomy Catch All Column" ma:hidden="true" ma:list="{3f6bfcbc-3db3-4ae6-bd76-326f0798ad28}" ma:internalName="TaxCatchAll" ma:readOnly="false" ma:showField="CatchAllData" ma:web="16c05727-aa75-4e4a-9b5f-8a80a1165891">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displayName="Content Type"/>
        <xsd:element ref="dc:title" minOccurs="0" maxOccurs="1" ma:index="1"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3791575F-4C21-47C4-8D13-EB9BE66B536F}">
  <ds:schemaRefs>
    <ds:schemaRef ds:uri="http://schemas.microsoft.com/office/2006/metadata/properties"/>
    <ds:schemaRef ds:uri="http://schemas.microsoft.com/office/infopath/2007/PartnerControls"/>
    <ds:schemaRef ds:uri="http://schemas.microsoft.com/sharepoint/v3"/>
    <ds:schemaRef ds:uri="71af3243-3dd4-4a8d-8c0d-dd76da1f02a5"/>
    <ds:schemaRef ds:uri="230e9df3-be65-4c73-a93b-d1236ebd677e"/>
  </ds:schemaRefs>
</ds:datastoreItem>
</file>

<file path=customXml/itemProps2.xml><?xml version="1.0" encoding="utf-8"?>
<ds:datastoreItem xmlns:ds="http://schemas.openxmlformats.org/officeDocument/2006/customXml" ds:itemID="{792209EB-3212-4116-B574-D1F56C7C4922}">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71af3243-3dd4-4a8d-8c0d-dd76da1f02a5"/>
    <ds:schemaRef ds:uri="16c05727-aa75-4e4a-9b5f-8a80a1165891"/>
    <ds:schemaRef ds:uri="230e9df3-be65-4c73-a93b-d1236ebd677e"/>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342D3C2F-55A5-48C0-9D5A-95C7FF0389D0}">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Tech design</Template>
  <TotalTime>3946</TotalTime>
  <Words>936</Words>
  <Application>Microsoft Office PowerPoint</Application>
  <PresentationFormat>Widescreen</PresentationFormat>
  <Paragraphs>91</Paragraphs>
  <Slides>17</Slides>
  <Notes>2</Notes>
  <HiddenSlides>0</HiddenSlides>
  <MMClips>0</MMClips>
  <ScaleCrop>false</ScaleCrop>
  <HeadingPairs>
    <vt:vector size="6" baseType="variant">
      <vt:variant>
        <vt:lpstr>Fonts Used</vt:lpstr>
      </vt:variant>
      <vt:variant>
        <vt:i4>9</vt:i4>
      </vt:variant>
      <vt:variant>
        <vt:lpstr>Theme</vt:lpstr>
      </vt:variant>
      <vt:variant>
        <vt:i4>1</vt:i4>
      </vt:variant>
      <vt:variant>
        <vt:lpstr>Slide Titles</vt:lpstr>
      </vt:variant>
      <vt:variant>
        <vt:i4>17</vt:i4>
      </vt:variant>
    </vt:vector>
  </HeadingPairs>
  <TitlesOfParts>
    <vt:vector size="27" baseType="lpstr">
      <vt:lpstr>Adobe Fan Heiti Std B</vt:lpstr>
      <vt:lpstr>Adobe Heiti Std R</vt:lpstr>
      <vt:lpstr>宋体</vt:lpstr>
      <vt:lpstr>Calibri</vt:lpstr>
      <vt:lpstr>Cambria Math</vt:lpstr>
      <vt:lpstr>Courier New</vt:lpstr>
      <vt:lpstr>Gill Sans MT</vt:lpstr>
      <vt:lpstr>Times New Roman</vt:lpstr>
      <vt:lpstr>Wingdings 2</vt:lpstr>
      <vt:lpstr>Custom</vt:lpstr>
      <vt:lpstr>Title: Investigate Image Reconstruction by Using Classifiers</vt:lpstr>
      <vt:lpstr>Table of Content:</vt:lpstr>
      <vt:lpstr>Introduction to HTM Classifier</vt:lpstr>
      <vt:lpstr>Introduction to KNN Classifier</vt:lpstr>
      <vt:lpstr>HTM Classifier Working Principle</vt:lpstr>
      <vt:lpstr>Important Parameters in KNN Classifier</vt:lpstr>
      <vt:lpstr>KNN Classifier Working Principle</vt:lpstr>
      <vt:lpstr>Results and Unit Test for Native HTM and KNN Classifier</vt:lpstr>
      <vt:lpstr>Integration of HTM &amp; KNN with Neocortex API</vt:lpstr>
      <vt:lpstr>Results and Unit Test for HTM &amp; KNN integrated with Neocortex API</vt:lpstr>
      <vt:lpstr>KNN classifier with Spatial Pooler generated SDRs</vt:lpstr>
      <vt:lpstr>HTM classifier with Spatial Pooler generated SDRs</vt:lpstr>
      <vt:lpstr>HTM &amp; KNN Classifier with Spatial Pooler generated SDRs</vt:lpstr>
      <vt:lpstr>KNN Classifier with Spatial Pooler generated SDRs</vt:lpstr>
      <vt:lpstr>KNN Classifier with Spatial Pooler generated SDRs - Unit Testing</vt:lpstr>
      <vt:lpstr>Conclusions</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Tech design</dc:title>
  <dc:creator>Kashif Hussain</dc:creator>
  <cp:lastModifiedBy>Administrator</cp:lastModifiedBy>
  <cp:revision>43</cp:revision>
  <dcterms:created xsi:type="dcterms:W3CDTF">2024-03-30T14:12:02Z</dcterms:created>
  <dcterms:modified xsi:type="dcterms:W3CDTF">2025-03-27T14:03:53Z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ies>
</file>